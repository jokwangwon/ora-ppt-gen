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</p:sldIdLst>
  <p:notesMasterIdLst>
    <p:notesMasterId r:id="rId1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notesMaster" Target="notesMasters/notesMaster1.xml"/><Relationship Id="rId150" Type="http://schemas.openxmlformats.org/officeDocument/2006/relationships/presProps" Target="presProps.xml"/><Relationship Id="rId151" Type="http://schemas.openxmlformats.org/officeDocument/2006/relationships/viewProps" Target="viewProps.xml"/><Relationship Id="rId152" Type="http://schemas.openxmlformats.org/officeDocument/2006/relationships/theme" Target="theme/theme1.xml"/><Relationship Id="rId1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영역에 올리고, 큰 집합을 probe 하며 해시 탐색으로 조인한다. 해시 키 컬럼에 중복이 적을수록 (충돌 없을수록) 유리하고,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선행(outer·first·build) 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SELECT 컬럼이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51276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073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073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073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09644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no_eliminated_join(d)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때문에 PK 쪽 lock이 걸리는 문제는 9i에서 해결됐다.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항상 후행(inner)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147</Slides>
  <Notes>147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2026-07-07T07:36:40Z</dcterms:created>
  <dcterms:modified xsi:type="dcterms:W3CDTF">2026-07-07T07:36:40Z</dcterms:modified>
</cp:coreProperties>
</file>