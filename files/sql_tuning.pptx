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</p:sldIdLst>
  <p:notesMasterIdLst>
    <p:notesMasterId r:id="rId2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notesMaster" Target="notesMasters/notesMaster1.xml"/><Relationship Id="rId232" Type="http://schemas.openxmlformats.org/officeDocument/2006/relationships/presProps" Target="presProps.xml"/><Relationship Id="rId233" Type="http://schemas.openxmlformats.org/officeDocument/2006/relationships/viewProps" Target="viewProps.xml"/><Relationship Id="rId234" Type="http://schemas.openxmlformats.org/officeDocument/2006/relationships/theme" Target="theme/theme1.xml"/><Relationship Id="rId2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775704" y="603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sql_tuning.html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41248" y="2395728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1056" y="228600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학습 정리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Tuning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41248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부트캠프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흐름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1316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55648" y="1755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Tuning이란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55648" y="2148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시작은 SQL의 의미를 파악하는 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2351314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55648" y="236960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 읽기 — 모든 튜닝의 기반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55648" y="276279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계획을 뽑고, 순서대로 읽고, 느린 지점을 찾는다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965269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55648" y="2983557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액세스 경로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55648" y="3376749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어떻게 읽을지 — 튜닝의 핵심 갈림길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3579223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755648" y="3597511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Table Scan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755648" y="3990703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블록부터 HWM까지, multi-block로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4193177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55648" y="4211465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rowid scan &amp; 인덱스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755648" y="4604657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소량을 콕 집는 길 — 그리고 인덱스를 못 타는 함정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" y="4807131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755648" y="4825419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 도구 &amp; 통계 읽기 70일차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755648" y="5218611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뽑고, 결과의 숫자를 어떻게 읽나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" y="5421086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755648" y="543937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조인 — 방법은 건수로, 순서는 힌트로 72일차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755648" y="583256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NL·Sort Merge·Hash, 그리고 반복 횟수를 Starts로 읽는다 · 공식 매뉴얼 § Joins 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72784" y="1737360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87184" y="17556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쿼리 변환 — 옵티마이저는 내 SQL을 다시 쓴다 75~76일차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187184" y="2148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→ filter / unnest(semi·anti) / 조인 제거 · OR-expansion · push_subq · view merging · pushdown · bloom · 공식 매뉴얼 § Query Transformations ↗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72784" y="2351314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187184" y="236960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 &amp; 통계 — 판단의 재료 77~78일차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187184" y="276279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RBO→CBO · 시스템 통계 · 3단 파이프라인 · 히스토그램 · 자동 수집 · 통계 시간 여행 · 공식 매뉴얼 § Optimizer Statistics Concepts 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72784" y="2965269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187184" y="2983557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공유 &amp; Bind Peeking — 첫 값이 모두의 플랜을 정한다 79일차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187184" y="3376749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literal vs bind · cursor_sharing · bind peeking · adaptive cursor sharing · 공식 매뉴얼 § Cursor Sharing ↗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72784" y="3579223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187184" y="3597511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파티션 — 읽을 범위를 설계로 줄인다 79일차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187184" y="3990703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파티션 뷰 · range · interval · hash · list · composite · Pstart/Pstop · 공식 매뉴얼 § Partitioning Concepts ↗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72784" y="4193177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187184" y="4211465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부분범위처리 &amp; arraysize — 다 읽지 말고, 운반단위만큼 80일차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7187184" y="4604657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전체범위 vs 부분범위 · 운반단위 산수(roundtrips) · fetch와 I/O · 공식 매뉴얼 § SQL Processing ↗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72784" y="4807131"/>
            <a:ext cx="822960" cy="476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7187184" y="4825419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다룰 것 (로드맵)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187184" y="5218611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수업이 진행되며 채워 나갈 목차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Tuning이란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시작은 SQL의 의미를 파악하는 것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Tuning이란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667512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Tuning 은 SQL문을 최적화하여 빠른 시간 안에 원하는 결과값을 얻기 위한 작업이다. 그 출발점은 도구나 힌트가 아니라 — SQL의 의미(작성 의도)를 제대로 파악하는 것 이다. "이 쿼리가 진짜 원하는 게 무엇인가, 얼마나 많은 데이터를 건드려야 하는가"를 알아야 올바른 처리 방법을 고를 수 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73568" y="1737360"/>
            <a:ext cx="3374136" cy="2962656"/>
          </a:xfrm>
          <a:prstGeom prst="roundRect">
            <a:avLst>
              <a:gd name="adj" fmla="val 3704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1856232"/>
            <a:ext cx="73152" cy="27249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3608" y="193852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93608" y="2395728"/>
            <a:ext cx="28254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튜닝은 내부구조편의 지식 위에서 동작한다. 블록·HWM·버퍼 캐시·인덱스 구조를 알아야 "왜 이 실행계획이 느린가"가 보인다. 여기서는 그 지식을 활용 하는 쪽에 집중한다.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 읽기 — 모든 튜닝의 기반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계획을 뽑고, 순서대로 읽고, 느린 지점을 찾는다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 실행계획 뽑는 3가지 방법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1682496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명령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autotrace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set autotrace traceonly explain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계획만 (실행 안 함)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EXPLAIN PLAN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explain plan for …; → select * from table(dbms_xplan.display);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계획 (실행 안 함)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display_cursor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/*+ gather_plan_statistics */ 실행 후 → dbms_xplan.display_cursor(format=&gt;'ALLSTATS LAST')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실행 계획 + 실측치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3602736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721608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380390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vs 실제 — 가장 중요한 구분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261104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explain plan · autotrace explain 은 옵티마이저의 예상(E-Rows) 만 보여준다. 반면 display_cursor 는 실제로 돌린 뒤 A-Rows(실제 행 수) 까지 보여준다. E-Rows와 A-Rows가 크게 차이 나면 옵티마이저가 데이터를 잘못 추정한 것 — 잘못된 계획의 가장 흔한 원인이다. 그래서 진짜 튜닝은 display_cursor로 한다.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2.2 읽는 순서 — 안쪽·위부터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975104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실행계획은 트리다. 들여쓰기가 가장 깊은(안쪽) 라인부터, 같은 깊이면 위에서 아래로 실행되고, 자식이 만든 결과를 부모에게 올린다.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2962656"/>
            <a:ext cx="10506456" cy="2834640"/>
          </a:xfrm>
          <a:prstGeom prst="roundRect">
            <a:avLst>
              <a:gd name="adj" fmla="val 3871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81528"/>
            <a:ext cx="73152" cy="25968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145536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안쪽 ③ INDEX RANGE SCAN(①)부터 시작 → EMP 행(②) → 그 행마다 DEPT 인덱스(③)·DEPT 행(④) → NESTED LOOPS 조인(⑤) → 결과 반환(⑥).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3675888"/>
            <a:ext cx="99578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 (들여쓰기 = 부모-자식) · 실행 순서 · 0 SELECT STATEMENT · 1 NESTED LOOPS · 2 TABLE ACCESS BY ROWID EMP · 3 INDEX RANGE SCAN EMP_IX · 4 TABLE ACCESS BY ROWID DEPT · 5 INDEX UNIQUE SCAN DEPT_PK · 6 · 5 · 2 · 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 핵심 컬럼 읽는 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468880"/>
          <a:ext cx="10506456" cy="2834640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 · 볼 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 번호. * 가 붙으면 아래 Predicate Information 에 조건이 있다는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Operation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무슨 작업인가 (FULL/INDEX/JOIN…). 들여쓰기로 부모-자식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Name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객체(테이블·인덱스 이름)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Rows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옵티마이저가 예상 한 행 수(카디널리티). 실제와 괴리가 크면 위험 신호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Cost (%CPU)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옵티마이저의 상대적 비용 추정. 절대 시간이 아니라 비교용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Predicate (access/filter)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access =인덱스로 범위를 좁힘(좋음) / filter =읽은 뒤 걸러냄(많이 읽었을 수)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 핵심 컬럼 읽는 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access vs filter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조건이라도 access("ID"=100) 로 잡히면 인덱스로 바로 찾은 것이고, filter("ID"=100) 로 잡히면 일단 많이 읽고 나서 버린 것이다. filter로만 처리되는 핵심 조건이 보이면 인덱스 기회다.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 자주 보는 Operation 사전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3986784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Operation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한마디로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TABLE ACCESS FULL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테이블 전체 스캔(첫 블록~HWM, scattered read)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TABLE ACCESS BY INDEX ROWID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인덱스가 준 rowid로 그 행만 읽기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UNIQUE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유일 인덱스로 정확히 1행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RANGE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 조건으로 인덱스 일부 스캔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FULL / FAST FULL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인덱스 전체(정렬 활용 / multi-block)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SKIP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선두 컬럼을 건너뛰고 결합 인덱스 활용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NESTED LOOPS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한쪽 행마다 다른 쪽을 반복 조회(소량 조인)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HASH JOIN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해시 테이블을 만들어 대량 조인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SORT (ORDER BY/GROUP BY/UNIQUE)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정렬·중복 제거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 자주 보는 Operation 사전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429000"/>
          <a:ext cx="10506456" cy="914400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Operation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한마디로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FILTER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조건·서브쿼리로 걸러내기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 예제로 읽어보기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483864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2.2의 계획을 실제로 찍으면 이렇게 나온다. display_cursor로 E-Rows(예상)와 A-Rows(실제) 를 같이 보는 게 핵심이다.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 예제로 읽어보기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4105656"/>
          </a:xfrm>
          <a:prstGeom prst="roundRect">
            <a:avLst>
              <a:gd name="adj" fmla="val 133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395728"/>
            <a:ext cx="995781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SYS@ora19c&gt; select /*+ gather_plan_statistics */ e.last_name, d.department_name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from hr.employees e join hr.departments d using(department_id)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where e.department_id = 50;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SYS@ora19c&gt; select * from table(dbms_xplan.display_cursor(format=&gt;'ALLSTATS LAST'));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| Operation                     | Name        | E-Rows | A-Rows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0 | SELECT STATEMENT              |             |        |     45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NESTED LOOPS                 |             |     45 |     45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2 |   TABLE ACCESS BY INDEX ROWID | EMPLOYEES   |     45 |     45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 INDEX RANGE SCAN           | EMP_DEPT_IX |     45 |     45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4 |   TABLE ACCESS BY INDEX ROWID | DEPARTMENTS |      1 |     45 |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 예제로 읽어보기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395728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5 |    INDEX UNIQUE SCAN          | DEPT_ID_PK  |      1 |     45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 Information: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3 - access("E"."DEPARTMENT_ID"=50)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5 - access("E"."DEPARTMENT_ID"="D"."DEPARTMENT_ID")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3977640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096512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417880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의심하나 (체크 순서)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463600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큰 테이블에 TABLE ACCESS FULL 인데 소량만 찾나? → 인덱스 기회. ② 핵심 조건이 filter 로만 처리되나? → 인덱스 기회. ③ E-Rows ≪ A-Rows 로 추정이 크게 빗나갔나? → 통계 갱신·카디널리티 문제. ④ 소량인데 HASH JOIN, 대량인데 NESTED LOOPS? → 조인 방식 의심.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 예제로 읽어보기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홈랩에서 바로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ora19c에서 set autotrace on 또는 위 gather_plan_statistics + display_cursor 로 직접 찍어보세요. 자료를 읽는 것보다 내 쿼리의 계획을 눈으로 보는 게 훨씬 빨리 늡니다.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2.6 혼자 읽는 5단계 루틴 73일차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002536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플랜이 와도 이 순서로만 본다. 외울 것은 순서 하나 — 깊은 줄부터 → Starts → A-Rows → 견적 → Predicate . 플랜은 조직도다: 들여쓰기가 깊을수록 말단이고, 말단이 먼저 일해서 결과를 상사에게 올린다.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319272"/>
          <a:ext cx="10506456" cy="2450592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보는 것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실행 순서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들여쓰기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깊은 줄부터, 같은 깊이면 위→아래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Starts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반복 횟수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 반복이 터졌나? 주로 NL 안쪽과 FILTER 서브쿼리(§8.2)에서 커진다 — 크면 바깥(driving) 선택을 의심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A-Rows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행의 여정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순서대로 읽으면 어디서 불어나고 어디서 잘리나가 보인다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E-Rows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견적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E-Rows는 1회 실행 기준 — Starts 있는 줄은 E×Starts로 A-Rows와 비교. 10배↑ 벌어지면 통계 의심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Predicate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access/filter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테이블에 처음 들어가는 조건 이 filter면 인덱스 기회. "진입 후 확인" filter는 정상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2.6 혼자 읽는 5단계 루틴 73일차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 — 실측 플랜에 실행 순서를 매기면 (73일차 AD_VP all-NL, 아래 §7.6):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2724912"/>
            <a:ext cx="10506456" cy="3081528"/>
          </a:xfrm>
          <a:prstGeom prst="roundRect">
            <a:avLst>
              <a:gd name="adj" fmla="val 1780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298094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298094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298094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383280"/>
            <a:ext cx="9957816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 |  NESTED LOOPS                            | Buffers 12 | ⑨ 최종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2 |   NESTED LOOPS                           |         10 | ⑦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3 |    NESTED LOOPS                          |          8 | 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4 |     EMP  BY INDEX ROWID    Starts 1      |          4 | ② 행 꺼냄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|*5 |      EMP_JOB_IDX RANGE     Starts 1      |          2 | ① 시작 — 가장 깊다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6 |     DEPT BY INDEX ROWID    Starts 2      |          4 | ④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|*7 |      DEPT_IDX UNIQUE       Starts 2      |          2 | ③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|*8 |    LOC_IDX UNIQUE          Starts 2      |          2 | ⑥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|*9 |   LOC  BY INDEX ROWID      Starts 2      |          2 | ⑧ city 확인(정상 filter)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2.6 혼자 읽는 5단계 루틴 73일차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53512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7238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1546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맨 윗줄 Buffers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611880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Buffers는 누적(자식 포함)이라 맨 윗줄이 총점이다. 다섯 걸음이 끝나면 계획끼리 총점으로 비교한다. Id 9처럼 조인키로 이미 행을 집은 뒤(access는 Id 8) 그 행에서 조건만 확인하는 filter는 정상 이니 겁먹지 말 것 — 나쁜 filter는 "그 테이블에 처음 들어가는 조건"이 filter일 때다.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액세스 경로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어떻게 읽을지 — 튜닝의 핵심 갈림길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액세스 경로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551176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옵티마이저가 데이터를 가져오는 방법은 크게 둘이다. 어느 쪽이 빠른지는 "얼마나 많은 행을 읽느냐" 에 달렸다.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538728"/>
          <a:ext cx="10506456" cy="1682496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유리한 경우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 table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세그먼트 첫 블록부터 HWM까지 통째로 읽음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많은 데이터 검색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rowid scan · by user rowid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사용자가 rowid를 직접 지정해 한 행을 콕 집음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rowid를 이미 알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rowid scan · by index rowid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인덱스를 타고 rowid를 얻어 해당 블록의 행을 읽음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소량 검색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액세스 경로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53512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7238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1546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직관 · full scan vs index의 분기점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611880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작은 일부만 찾을 땐 인덱스(by index rowid)가 빠르다. 하지만 전체의 상당 비율을 읽어야 한다면, 인덱스를 타며 블록을 하나씩 random하게 읽는 것보다 full scan으로 multi-block I/O 로 쓸어 담는 게 오히려 빠르다. "인덱스가 항상 빠르다"는 흔한 오해다 — 읽어야 할 양이 기준이다.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Table Scan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블록부터 HWM까지, multi-block로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Table Scan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table scan은 세그먼트의 첫 블록부터 HWM (High Water Mark, 사용 블록과 미사용 블록의 경계)까지 읽는다. 핵심은 한 번의 I/O call에 db_file_multiblock_read_count (이 환경 =78)만큼의 블록을 묶어 읽는 Multi Block I/O 라는 점. 그래서 db file scattered read 대기가 발생한다.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712464"/>
            <a:ext cx="10506456" cy="2048256"/>
          </a:xfrm>
          <a:prstGeom prst="roundRect">
            <a:avLst>
              <a:gd name="adj" fmla="val 535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831336"/>
            <a:ext cx="73152" cy="18105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895344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HWM 너머 미사용 블록은 읽지 않는다. 그래서 delete로 비워도 HWM이 안 내려가면 full scan은 여전히 느리다(→ truncate가 HWM 리셋).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" y="4425696"/>
            <a:ext cx="995781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Segment (블록들) · HWM · multiblock I/O (78블록씩) · 미사용 · block 1 → HWM 까지 multi-block로 순차 읽기 → db file scattered read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Table Scan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319272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인덱스가 없으면 조건을 줘도 full scan이 된다. hr.employees 를 복사한 hr.emp (인덱스 없음)에 PK 같은 조건을 줘도 옵티마이저가 다른 길이 없어 TABLE ACCESS FULL 을 택한다.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Table Scan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089404"/>
            <a:ext cx="10506456" cy="3593592"/>
          </a:xfrm>
          <a:prstGeom prst="roundRect">
            <a:avLst>
              <a:gd name="adj" fmla="val 152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34543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34543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34543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747772"/>
            <a:ext cx="9957816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SYS@ora19c&gt; create table hr.emp tablespace users as select * from hr.employees;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SYS@ora19c&gt; set autot traceonly exp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SYS@ora19c&gt; select * from hr.emp where employee_id = 100;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 | Operation         | Name | Rows | Bytes | Cost (%CPU)|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0 | SELECT STATEMENT  |      |    1 |    69 |     3   (0)|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 1 |  TABLE ACCESS FULL| EMP  |    1 |    69 |     3   (0)|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1 - filter("EMPLOYEE_ID"=100)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Table Scan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53512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7238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1546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튜닝 포인트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611880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 한 행( employee_id=100 )을 찾는데 테이블 전체를 HWM까지 읽고 있다. 여기에 employee_id 인덱스를 만들면 by index rowid 로 한 행만 집어 비용이 급감한다. "한 행을 위해 full scan"이 바로 튜닝 대상의 전형이다.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rowid scan &amp; 인덱스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소량을 콕 집는 길 — 그리고 인덱스를 못 타는 함정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5.1 rowid scan — 주소로 한 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249424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rowid 는 행의 물리 주소다. rowid를 직접 주면 옵티마이저는 인덱스도 안 거치고 그 블록으로 직행한다 — TABLE ACCESS BY USER ROWID (Cost 1). 인덱스를 경유해 얻은 rowid로 읽으면 TABLE ACCESS BY INDEX ROWID 다. 둘 다 single block I/O 라 db file sequential read 가 발생한다.</a:t>
            </a:r>
            <a:endParaRPr lang="en-US" sz="1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4224528"/>
          <a:ext cx="10506456" cy="1298448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형식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extended (v8, 18자)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데이터오브젝트(6) + 파일#(3) + 블록#(6) + 행#(3) · 예 AAAS2nAAHAAAAD0AAD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restricted (v7)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블록#(8) . 행#(4) . 파일#(4) · 예 000000F4.0003.0007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5.1 rowid scan — 주소로 한 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319272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dbms_rowid.rowid_object/relative_fno/block_number/row_number 로 rowid를 분해해 "이 행이 몇 번 파일·블록·행에 있나"를 볼 수 있다.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 인덱스 스캔의 종류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340864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인덱스는 root → branch → leaf 트리다. range scan은 leaf에서 시작 값을 찾고, 옆 leaf로 이어가며 "하나 더 있나?" 를 확인하는 one-plus-one 방식으로 끝을 판단한다.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657600"/>
            <a:ext cx="10506456" cy="1773936"/>
          </a:xfrm>
          <a:prstGeom prst="roundRect">
            <a:avLst>
              <a:gd name="adj" fmla="val 6186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776472"/>
            <a:ext cx="73152" cy="15361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840480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" y="4370832"/>
            <a:ext cx="995781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root · branch · leaf · leaf ★ · leaf → · 테이블 블록(rowid) · leaf의 rowid로 테이블 행 읽기 · one-plus-one: 옆 leaf에 더 있나 확인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 인덱스 스캔의 종류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660904"/>
          <a:ext cx="10506456" cy="2450592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RANGE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범위·비유일. 같은 값이 더 있나 leaf를 이어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UNIQUE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유일 인덱스 + = 일 때만. 범위( &lt;= )면 RANGE로 떨어진다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INLIST ITERATOR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 (a,b,c) — 값 수만큼 인덱스 탐색 반복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FULL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인덱스만으로 충당될 때(예: 인덱스 컬럼만 SELECT)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AND-EQUAL (index merge)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단일 인덱스의 rowid 결과를 교집합( and_equal 힌트)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5.3 ★ 인덱스를 "안 타는" 경우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523744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인덱스가 있어도 옵티마이저가 버리는 패턴들. 면접·시험 단골이다.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182112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to_number(employee_id)=100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TABLE ACCESS FULL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컬럼에 함수 를 씌우면 인덱스 값과 달라져 못 탄다 → 함수 기반 인덱스 또는 컬럼 가공 회피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employee_id is null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FULL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NULL은 일반 B-tree 인덱스에 저장되지 않는다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is not null + 인덱스 컬럼만 SELECT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FULL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인덱스만으로 충당되면 탄다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결합 인덱스 없이 last='King' and first='Steven'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access(last) + filter(first)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인덱스는 last_name만, first_name은 테이블에서 거른다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5.3 ★ 인덱스를 "안 타는" 경우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원칙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컬럼을 가공(함수·연산·형변환)하면 그 순간 인덱스는 죽는다. 가공이 필요하면 컬럼이 아니라 상수 쪽 을 바꾸거나, 함수 기반 인덱스를 따로 만든다. 그리고 filter 로만 처리되는 핵심 조건이 보이면 인덱스(또는 결합 인덱스) 기회다.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5.4 결합(조합) 인덱스 — 선두 컬럼이 전부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295144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함께 쓰는 컬럼은 하나의 결합 인덱스로 묶는다. (last_name, first_name) 를 만들면 두 조건이 한 번의 access 로 처리된다(앞의 filter 문제 해소). 단 선두 컬럼 선택이 성패를 가른다.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611880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730752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81304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선두 컬럼이 중요한가 — 전화번호부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427024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 인덱스 (last_name, first_name) 는 전화번호부처럼 성(last)으로 먼저 정렬하고, 같은 성 안에서만 이름(first)으로 정렬 돼 있다. 그래서 성을 알면 한 구간으로 좁혀지지만, 성을 모르고 이름만 알면 그 이름이 책 전체에 흩어져 있어 정렬이 무용지물이다.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5.4 결합(조합) 인덱스 — 선두 컬럼이 전부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276856"/>
            <a:ext cx="10506456" cy="2560320"/>
          </a:xfrm>
          <a:prstGeom prst="roundRect">
            <a:avLst>
              <a:gd name="adj" fmla="val 4286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395728"/>
            <a:ext cx="73152" cy="232257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459736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인덱스라도 선두(last)를 주면 한 구간으로 좁혀 빠르고, 후행(first)만 주면 흩어져 있어 효율이 사라진다. 이게 선두 컬럼이 성패를 가르는 이유다.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990088"/>
            <a:ext cx="99578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정렬 순서 (last → first) · King · Adam · King · Steven · Lee · John · Lee · Steven · Park · Mina · Park · Steven · ✓ last='King' · → 한 구간에 모임 (RANGE SCAN) · ✗ first='Steven'만 · → King·Lee·Park에 흩어짐 · → 선두가 없으면 못 좁힌다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5020056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선두 컬럼은 이런 컬럼을 골라야 한다: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5.4 결합(조합) 인덱스 — 선두 컬럼이 전부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direct path read 보너스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 scan을 parallel로 돌리면 버퍼 캐시를 우회해 PGA로 직접 읽는다(direct path read). 이때 대상 테이블의 dirty buffer를 먼저 데이터파일에 내려쓰는 partial checkpoint 가 일어나며 enq: TC - contention 이 보일 수 있다 — 어제 배운 DBWR·checkpoint가 여기서 다시 등장한다.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5.5 인덱스 스캔 종류 총정리 70일차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인덱스라도 SQL 모양에 따라 스캔 방식이 갈린다. 실측으로 본 종류들을 정리한다.</a:t>
            </a:r>
            <a:endParaRPr lang="en-US" sz="1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395728"/>
          <a:ext cx="10506456" cy="3602736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00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 · 언제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RANGE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leaf에서 시작값 찾고 옆으로 이어 읽기. 비유일·범위 조건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UNIQUE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유일 인덱스 + = → 정확히 1행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SKIP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결합 인덱스에서 선두 컬럼 조건이 없을 때 , 선두값 종류마다 인덱스를 건너뛰며 탐색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FULL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root→leaf 수직 진입 후 leaf를 순서대로 끝까지 . 정렬된 결과라 ORDER BY 를 흡수(sort 생략)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FAST FULL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leaf 블록을 multiblock 으로 싹 읽기. 더 빠르지만 정렬 안 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FULL SCAN DESCENDING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뒤에서 앞으로 → ORDER BY … DESC 흡수 ( index_desc 힌트)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FULL SCAN (MIN/MAX)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MIN() / MAX() 는 인덱스 한쪽 끝만 보면 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3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INLIST ITERATOR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 (a,b,c) — 값 수만큼 RANGE SCAN 반복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5.5 인덱스 스캔 종류 총정리 70일차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319272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SQL을 쓰면 → 이 plan이 나온다" 로 다시 보면 (EMP_NAME_IDX = (last_name, first_name) 결합, EMP_IDX = employee_id 유일 기준):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5.5 인덱스 스캔 종류 총정리 70일차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9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398678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SQL (조건/정렬)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나오는 plan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where last_name='King'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RANGE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선두 컬럼을 = 로 짚음 → 정석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where first_name='Steven'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SKIP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선두(last_name)가 없고 후행만 → 선두값마다 건너뛰며 탐색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where employee_id=100 (유일)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UNIQUE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유일 인덱스 + =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select last_name, first_name from emp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FULL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읽을 컬럼이 전부 인덱스에 있음 → 테이블 안 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… order by employee_id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FULL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인덱스가 이미 정렬돼 있어 sort 생략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… order by employee_id desc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FULL SCAN DESCENDING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인덱스를 뒤에서 앞으로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select min(employee_id)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FULL SCAN (MIN/MAX)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한쪽 끝 한 블록만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select min(x), max(x) 함께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일반 INDEX FULL SCAN 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스캔으로 양 끝을 못 집음 → 전체 읽음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where gender in ('f','m')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INLIST ITERATOR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값마다 RANGE SCAN 반복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5.5 인덱스 스캔 종류 총정리 70일차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SKIP SCAN이 유리한 조건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 인덱스 (gender, sal) 에서 where sal between … 처럼 선두(gender) 조건이 없을 때, 옵티마이저는 선두 컬럼의 고유값이 적고(예: gender = m/f 둘) 후행 컬럼의 고유값이 많을 때 SKIP SCAN을 택한다. 선두값(m, f)마다 서브 인덱스를 훑는 셈이라, 선두 고유값이 많으면 오히려 비효율이라 안 쓴다. 강제하려면 index_ss 힌트.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5.5 인덱스 스캔 종류 총정리 70일차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734056"/>
            <a:ext cx="10506456" cy="2304288"/>
          </a:xfrm>
          <a:prstGeom prst="roundRect">
            <a:avLst>
              <a:gd name="adj" fmla="val 476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52928"/>
            <a:ext cx="73152" cy="2066544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916936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SKIP SCAN: 선두값(f, m)이 둘뿐이라, 사실상 "gender별 RANGE SCAN"을 2번 묶은 것. 선두 고유값이 적을수록 쪼개는 횟수가 적어 유리하다.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3447288"/>
            <a:ext cx="99578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(gender, sal) 인덱스 · where sal between 10 and 20 · 선두값(gender) 종류만큼 쪼개서 · gender='f' 구간 · → sal 10~20 RANGE SCAN · 서브 스캔 ① · gender='m' 구간 · 서브 스캔 ②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5.5 인덱스 스캔 종류 총정리 70일차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MIN/MAX 함정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min(c) 나 max(c) 단독은 INDEX FULL SCAN (MIN/MAX) 로 양 끝만 본다. 하지만 select min(c), max(c) 처럼 같이 쓰면 한 번의 스캔으로 양 끝을 못 집어 일반 INDEX FULL SCAN 으로 전체를 읽는다. min … union all … max 로 쪼개면 각각 (MIN/MAX)가 적용돼 빨라진다.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5.6 접근 경로 실전 — 같은 쿼리, 네 경로 72일차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029968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where department_id=80 and salary=10000 을 힌트만 바꿔 네 번 돌리면 경로마다 Buffers 가 갈린다. 여기서 얻는 교훈 하나 — 옵티마이저 기본이 늘 최선은 아니다. 무엇이 최선인지는 추정이 아니라 실측 Buffers로 고른다.</a:t>
            </a:r>
            <a:endParaRPr lang="en-US" sz="16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675888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힌트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Buffers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기본 (옵티마이저 선택)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EMP_SAL_IDX 단일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dept 인덱스 강제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index(e emp_dept_idx)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and_equal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and_equal(e emp_dept_idx emp_sal_idx)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(최악)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index_combine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index_combine(e emp_dept_idx emp_sal_idx)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5.6 접근 경로 실전 — 같은 쿼리, 네 경로 72일차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③ and_equal이 10이나 되나 — 실제 플랜을 펴 보면 숫자가 그대로 답한다.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2395728"/>
            <a:ext cx="10506456" cy="3337560"/>
          </a:xfrm>
          <a:prstGeom prst="roundRect">
            <a:avLst>
              <a:gd name="adj" fmla="val 1644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265176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265176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265176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054096"/>
            <a:ext cx="995781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HR&gt; select /*+ gather_plan_statistics and_equal(e emp_dept_idx emp_sal_idx) */ *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hr.emp e where department_id = 80 and salary = 10000;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| Operation                        | Name         | Buffers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1 |  TABLE ACCESS BY INDEX ROWID EMP |              |    10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 |   AND-EQUAL                      |              |     8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 INDEX RANGE SCAN              | EMP_SAL_IDX  |     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4 |    INDEX RANGE SCAN              | EMP_DEPT_IDX |     3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5.6 접근 경로 실전 — 같은 쿼리, 네 경로 72일차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인덱스를 각각 훑어 합친다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and_equal은 EMP_SAL_IDX를 스캔해 5 , EMP_DEPT_IDX를 스캔해 3 , 이 둘이 준 rowid를 AND-EQUAL 로 교집합( 8 )한 뒤 테이블 접근까지 더해 10 이다. 인덱스 하나만 타면 4~5인데, 둘을 각각 훑어 합치니 오히려 더 많다. 같은 교집합을 index_combine(비트맵 변환)은 4 로 더 싸게 처리한다. 실측 없이 힌트를 믿으면 이렇게 손해 다 — §2.5의 "무엇을 의심하나" 체크를 여기서 그대로 쓴다.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5.7 비트맵 인덱스 — DW용, 그리고 row lock 함정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B*tree와 bitmap은 정반대 상황 용이다. 헷갈리면 "값 종류(선택도)가 어떤가"로 가른다.</a:t>
            </a:r>
            <a:endParaRPr lang="en-US" sz="16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724912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B*tree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bitmap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맞는 컬럼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유일·고선택도 (예: employee_id)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중복 많은 저선택도 (예: gender)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DML 비용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낮음 (행 단위 잠금)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 (여러 행을 함께 잠금)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연산자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OR에 비효율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AND·OR 모두 효율 (index_combine)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OLTP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DW · DSS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41248" y="4974336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비트맵이 뭐길래 — 값 하나마다 "그 값을 가진 행은 1, 아니면 0"인 비트벡터 를 만든다. 값 종류가 적을수록(저선택도) 벡터가 몇 개 안 되고 압축이 잘 돼 작다.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5.7 비트맵 인덱스 — DW용, 그리고 row lock 함정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724912"/>
            <a:ext cx="10506456" cy="2322576"/>
          </a:xfrm>
          <a:prstGeom prst="roundRect">
            <a:avLst>
              <a:gd name="adj" fmla="val 4724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43784"/>
            <a:ext cx="73152" cy="20848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907792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값(m/f)마다 행 전체를 훑는 비트벡터가 하나씩. AND/OR은 이 벡터들을 비트로 겹치면 끝이라 대량·저선택도에 빠르다. 대신 한 값이 여러 행(r1·r3·r4)을 한 덩어리로 묶는 게 OLTP 잠금 함정의 씨앗이다.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3438144"/>
            <a:ext cx="99578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gender 5행 — 값마다 비트벡터 하나 (1 = 그 값을 가진 행, 0 = 아님) · r1 · r2 · r3 · r4 · r5 · 'm' · 1 · 0 · 'f' · 'm'의 1들(r1·r3·r4)이 한 조각 — 이 조각을 잠그면 셋 다 대기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5.7 비트맵 인덱스 — DW용, 그리고 row lock 함정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1050645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60904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AND/OR이 왜 싼가 — index_combine의 정체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200400"/>
            <a:ext cx="9957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조건을 겹칠 때 bitmap은 두 비트벡터를 bitwise AND/OR 만 하면 된다( gender='m' AND dept=10 → 두 벡터에서 나란히 1인 자리만 남긴다). §5.6에서 index_combine이 and_equal(10)보다 싼 4 였던 이유가 이것 — 옵티마이저가 B*tree의 rowid를 비트맵으로 변환(BITMAP CONVERSION FROM ROWIDS) 해 비트 연산으로 교집합하기 때문이다. rowid를 하나씩 맞춰보는 AND-EQUAL보다 비트 겹치기가 싸다. 확인 권장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5.7 비트맵 인덱스 — DW용, 그리고 row lock 함정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162556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bitmap을 OLTP에 쓰면 — 한 값이 여러 행을 함께 잠근다. bitmap은 키 하나( gender='m' )가 그 값을 가진 여러 행을 한 조각(비트맵 세그먼트)으로 덮는다. 그래서 서로 다른 행 을 넣어도 gender가 같으면 같은 조각을 두고 잠금이 부딪친다.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808476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406450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406450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406450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466844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세션1: insert ... values(1,'m','y')    세션2: insert ... values(3,'m','y')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sid, blocking_session, event from v$session where event like '%TX%';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SID   BLOCKING_SESSION   EVENT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286   255                enq: TX - row lock contention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5.7 비트맵 인덱스 — DW용, 그리고 row lock 함정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행인데 왜 막혔나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286은 (3,'m','y') , 255는 (1,'m','y') . 행은 다르지만 gender='m' 이 같아 같은 bitmap 조각 을 두고 286이 255에 막혔다. B*tree라면 다른 행이라 안 부딪쳤을 경합이다. 그래서 bitmap은 동시 DML이 잦은 OLTP엔 독 이고, 변경이 드문 DW·DSS에서 enq: TX - row lock contention 걱정 없이 AND/OR을 싸게 처리하는 용도다.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5.7 비트맵 인덱스 — DW용, 그리고 row lock 함정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404872"/>
            <a:ext cx="10506456" cy="2962656"/>
          </a:xfrm>
          <a:prstGeom prst="roundRect">
            <a:avLst>
              <a:gd name="adj" fmla="val 3704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523744"/>
            <a:ext cx="73152" cy="27249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6060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'다른 행'인데 막히나 — 조각 단위 잠금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063240"/>
            <a:ext cx="995781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bitmap은 공간을 아끼려 연속된 여러 행의 비트를 한 조각(bitmap piece)으로 압축 해 둔다. 그래서 그 안의 비트 하나 만 바꾸려 해도(=한 행이 그 값을 갖게 insert/update되면) 조각을 통째로 풀었다 다시 압축해야 하고, 그동안 같은 조각이 덮는 다른 행들까지 함께 잠긴다 . B*tree는 행마다 인덱스 엔트리가 따로라 딱 한 행만 잠그지만, bitmap은 한 값의 여러 행이 한 조각이라 "다른 행인데 같은 값"이면 부딪친다 (위 286↔255). 동시 입력·수정이 몰릴수록 enq: TX - row lock contention 이 쌓인다. 확인 권장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 도구 &amp; 통계 읽기 70일차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뽑고, 결과의 숫자를 어떻게 읽나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6.1 도구 심화 — autotrace 모드 &amp; display 포맷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157984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3종( autotrace · EXPLAIN PLAN · display_cursor )과 "예상 vs 실제(E-Rows/A-Rows)"는 §2.1 실행계획 읽기 에서 다뤘다. 여기서는 70일차에 더 자세히 본 모드·포맷 옵션 만 짚는다.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474720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593592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67588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autotrace 모드 (set autot …)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4133088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(계획+결과+통계) · on exp (결과+계획) · on stat (결과+통계) · traceonly (결과 숨김, 계획+통계) · trace exp (계획만) · trace stat (통계만) · off . "결과를 볼까 / 계획만 / 통계만"의 조합이다. (autotrace는 PLUSTRACE role이 있어야 통계까지 나온다.)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6.1 도구 심화 — autotrace 모드 &amp; display 포맷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display 포맷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dbms_xplan.display(...,'basic'|'typical'|'outline'|'advanced') . basic 은 Id·Operation·Name만, typical (기본)은 Rows·Cost·Predicate까지, outline 은 옵티마이저가 쓴 힌트 묶음(계획 고정용), advanced 는 Column Projection까지 전부 보여준다.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 Statistics 숫자 읽기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— 실행계획 표 자체의 컬럼 ( display_cursor … allstats last )이 숫자의 1차 출처다.</a:t>
            </a:r>
            <a:endParaRPr lang="en-US" sz="16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724912"/>
          <a:ext cx="10506456" cy="2450592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operation을 몇 번 반복 했나 (NL 안쪽이면 바깥 행 수만큼)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E-Rows / A-Rows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행수 / 실제 반환 행수. 둘이 벌어지면 통계 의심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A-Time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수행 시간(누적)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Buffers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operation의 논리 I/O 블록 수(누적). 물리 포함. 튜닝 1차 지표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Reads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물리 I/O 블록 수(누적) — 디스크에서 실제로 읽음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41248" y="5358384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autotrace의 Statistics 블록: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 Statistics 숫자 읽기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en-US" sz="9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468880"/>
          <a:ext cx="10506456" cy="2834640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consistent gets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SELECT의 논리 I/O (읽기 일관성 모드 블록 읽기). 튜닝의 핵심 지표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 block gets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DML의 current 모드 블록 읽기(논리 I/O)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physical reads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물리 I/O — 디스크에서 실제로 읽은 블록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recursive calls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오라클 내부 SQL 수. hard parse 시 증가 (딕셔너리 조회 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redo size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DML이 만든 redo 바이트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sorts (memory/disk)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PGA에서 끝난 정렬 / temp로 흘러넘친 정렬. disk가 0이 아니면 PGA 부족 신호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 Statistics 숫자 읽기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929384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048256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13055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출처는 같은 것을 다르게 부른다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2587752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 표의 Buffers ≈ Statistics의 consistent gets (+db block gets), Reads ≈ physical reads . 표는 operation별 로, Statistics는 문장 전체 로 본다는 차이.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3703320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822192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390448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튜닝은 보통 consistent gets를 본다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361688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시간은 캐시 상태·부하에 따라 출렁이지만 논리 I/O(consistent gets)는 그 SQL이 한 일의 양 이라 안정적이다. 같은 결과를 더 적은 consistent gets로 내도록 바꾸는 게 튜닝의 본질. latch: cache buffers chains 경합도 결국 과도한 논리 I/O가 원인이라 같은 처방으로 줄어든다.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 버퍼 피닝 (Buffer Pinning)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761488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80360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962656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비유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19856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45권을 꺼내는데, 여러 권이 같은 책장 에 꽂혀 있다. 책장 하나를 꺼낼 때마다 제자리에 도로 꽂지 않고 옆에 둔 채(=핀) 계속 빼면, 책장까지 걸어가는 횟수가 확 준다. 여기서 "책장까지 걸어가기"가 블록 읽기(논리 I/O) 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4535424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기법이 왜 필요한지 를 문제 → 원인 → 해결 순으로 보자.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 버퍼 피닝 (Buffer Pinning)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32888"/>
            <a:ext cx="10506456" cy="2048256"/>
          </a:xfrm>
          <a:prstGeom prst="roundRect">
            <a:avLst>
              <a:gd name="adj" fmla="val 535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51760"/>
            <a:ext cx="73152" cy="18105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15768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흐름: 많이 읽어야 하는 문제 → 행들이 몇 블록에 몰려 있다는 관찰 → 그 블록을 핀으로 재사용해 읽기를 줄임.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3246120"/>
            <a:ext cx="995781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 · 45행을 행마다 읽으면 · ≈ 46번 블록 읽기 · ② 알고보니 · 그 45행은 사실 · 5개 블록에 몰려 있다 · ③ 그래서 핀 · 읽은 블록을 붙들어 · 재사용 → 9번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4764024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 — 인덱스 읽기는 사실 '작은 NL 루프'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 버퍼 피닝 (Buffer Pinning)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56232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19385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 2 ↔ Id 1 의 반복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2395728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실행계획의 두 줄이 이렇게 주고받는다. Id 2 (INDEX RANGE SCAN) : 인덱스 leaf에서 조건에 맞는 rowid 하나 를 찾아 Id 1에 넘긴다. Id 1 (TABLE ACCESS BY INDEX ROWID) : 그 rowid의 테이블 블록을 읽어 결과 한 행을 만든다. 다시 Id 2가 다음 rowid → Id 1이 또 읽고 … 행 수(45)만큼 반복. 순진하게 보면 행마다 테이블 블록을 한 번씩 읽으니 45번 + 인덱스 ≈ 46번이다.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4334256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알고보니 + ③ 그래서 핀 — 블록 단위로 보면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같은 부서원(department_id=50) 행들은 테이블에서 몇 개의 블록에 몰려 있다. Id 1이 한 번 읽은 블록을 바로 풀지 않고 핀으로 붙들어 두면 , 다음 rowid가 같은 블록을 가리킬 때 다시 안 읽고 재사용한다.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 버퍼 피닝 (Buffer Pinning)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276856"/>
            <a:ext cx="10506456" cy="2560320"/>
          </a:xfrm>
          <a:prstGeom prst="roundRect">
            <a:avLst>
              <a:gd name="adj" fmla="val 4286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395728"/>
            <a:ext cx="73152" cy="232257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459736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핵심은 "45행이 5블록에 몰려 있다"는 것. 블록을 핀으로 잡아두면 같은 블록의 행들은 읽기 1번으로 끝나, 45번이 5번으로 줄어든다.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990088"/>
            <a:ext cx="99578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45개 행의 rowid가 가리키는 테이블 블록은 사실 몇 개뿐 — 같은 블록은 1번만 읽는다 · 블록 #1 · ≈ 9행 · 1회만 읽음 · 블록 #2 · 블록 #3 · 블록 #4 · 블록 #5 · 한 블록 안의 여러 행은 핀으로 붙들어 둔 채 연속으로 꺼낸다 (다시 안 읽음) · 인덱스 접근 4 + 테이블 블록 5 = Buffers 9 · 핀이 없으면 45행을 따로 읽어 ≈ 46번 — 그게 9로 접힌 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5020056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(department_id=50, 45행)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 버퍼 피닝 (Buffer Pinning)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473452"/>
            <a:ext cx="10506456" cy="2825496"/>
          </a:xfrm>
          <a:prstGeom prst="roundRect">
            <a:avLst>
              <a:gd name="adj" fmla="val 194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72948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72948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72948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131820"/>
            <a:ext cx="995781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HR@ora19c&gt; select /*+ gather_plan_statistics */ * from hr.emp where department_id = 50;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| Operation                          | Name         | A-Rows | Buffers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0 | SELECT STATEMENT                   |              |     45 |       9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TABLE ACCESS BY INDEX ROWID BATCHED| EMP          |     45 |       9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2 |   INDEX RANGE SCAN                 | EMP_DEPT_IDX |     45 |       4 |  ← 핀으로 절약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-----------------------------------------------------------------------------</a:t>
            </a:r>
            <a:endParaRPr lang="en-US" sz="12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 버퍼 피닝 (Buffer Pinning)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130552"/>
            <a:ext cx="10506456" cy="3511296"/>
          </a:xfrm>
          <a:prstGeom prst="roundRect">
            <a:avLst>
              <a:gd name="adj" fmla="val 312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249424"/>
            <a:ext cx="73152" cy="32735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3317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핀이 정확히 뭔가 — 무엇을·왜·언제 푸나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2788920"/>
            <a:ext cx="995781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 — 핀(buffer pin)은 그 블록의 관리 카드( buffer header )에 꽂는 "지금 사용 중" 표시다. 데이터 본문이 아니라 블록마다 붙은 머리표에 기록된다. 왜 절약되나 — 핀이 살아 있으면 그 블록은 메모리에 그대로 있어, 다음에 같은 블록을 쓸 때 cache buffers chains latch를 잡고 해시 체인을 뒤지는 과정을 통째로 건너뛴다. 즉 "주소로 다시 찾아가는" 게 아니라 "이미 손에 쥔" 것이다. 논리 I/O(Buffers)와 latch 점유가 함께 준다. 언제 풀리나 — 다른 블록으로 넘어갈 때 , 또는 그 operation/fetch 단위가 끝날 때 푼다. 그래서 같은 블록이 연속 으로 와야 효과가 있고, 중간에 다른 블록이 끼면 풀려서 절약이 사라진다(= clustering이 나쁘면 효과 없음).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 버퍼 피닝 (Buffer Pinning)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1050645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60904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효과를 키우는 두 가지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200400"/>
            <a:ext cx="9957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BATCHED — rowid를 모아 블록별로 묶어 접근( TABLE ACCESS BY INDEX ROWID BATCHED ). 같은 블록을 한 번에 처리해 피닝 효과를 키운다. clustering factor — 같은 키의 행들이 테이블에서 가까이 모여 있을수록 (클러스터링 팩터가 좋을수록) 연속 rowid가 같은 블록에 떨어져 피닝 효과가 커진다. 흩어져 있으면 매 행이 다른 블록이라 절약이 사라진다. 39일차 Execute에서 본 buffer pin 이 여기서 튜닝 효과(논리 I/O 절감) 로 다시 등장한 셈이다.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6.4 클러스터링 팩터 — 같은 테이블에서 24배 차이 71일차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버퍼 피닝이 잘 먹히려면 같은 키의 행들이 테이블에서 가까운 블록에 모여 있어야 한다. 그 "모인 정도"를 수치로 나타낸 게 clustering factor 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2953512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07238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1546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계산되나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3611880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leaf를 처음부터 끝까지 훑으면서, rowid가 가리키는 테이블 블록 번호가 직전과 바뀔 때마다 +1 . 그래서 — 값이 테이블 블록 수 에 가까움 → 좋음 (행들이 블록별로 뭉쳐 있어 블록이 잘 안 바뀜) 값이 테이블 행 수 에 가까움 → 나쁨 (행마다 블록이 바뀜 = 흩어짐)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5001768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— 같은 데이터, 같은 결과(71,332행)인데 인덱스만 다름 (테이블을 object_id 순으로 정렬해 생성):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6.4 클러스터링 팩터 — 같은 테이블에서 24배 차이 71일차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</a:t>
            </a:r>
            <a:endParaRPr lang="en-US" sz="9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38528"/>
          <a:ext cx="10506456" cy="1298448"/>
        </p:xfrm>
        <a:graphic>
          <a:graphicData uri="http://schemas.openxmlformats.org/drawingml/2006/table">
            <a:tbl>
              <a:tblPr/>
              <a:tblGrid>
                <a:gridCol w="2626614"/>
                <a:gridCol w="2626614"/>
                <a:gridCol w="2626614"/>
                <a:gridCol w="2626614"/>
              </a:tblGrid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clustering factor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쿼리 Buffers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C_TAB_IDX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object_id (정렬된 순서 ✓)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1,389 (블록수 1,421에 근접)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1,548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C_TAB_NAME_IDX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object_name (흩어짐 ✗)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36,060 (행수 71,332 쪽)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36,516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1248" y="3419856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538728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1288" y="362102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24배 차이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61288" y="4078224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71,332행을 세는데, 좋은 인덱스는 1,548 번, 나쁜 인덱스는 36,516 번 블록을 읽는다. 나쁜 쪽은 행마다 다른 블록이라 핀이 매번 풀려 재사용이 안 된다. 한 순서로만 정렬 가능 이라는 함정도 그대로다 — object_id로 정렬해 만들었으니 object_id 인덱스만 좋고, object_name 인덱스는 나쁘다. 그래서 가장 자주·많이 범위 조회하는 컬럼 하나 를 기준으로 정렬해 둔다(CTAS ... ORDER BY, dbms_redefinition 등).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6.4 클러스터링 팩터 — 같은 테이블에서 24배 차이 71일차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latch와 연결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clustering이 좋으면 같은 블록 연속 → 핀 재사용 → cache buffers chains latch 를 잡는 횟수가 줄어든다. 즉 clustering factor가 좋다 = 논리 I/O(Buffers)도, latch 점유도 함께 준다.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6.5 SQL TRACE &amp; tkprof 71일차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display_cursor가 "한 SQL의 실행계획+실측"이라면, SQL TRACE 는 한 세션이 돌린 SQL들의 수행 통계를 파일로 남긴다. 그 파일을 사람이 읽기 좋게 포맷하는 도구가 tkprof 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054096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31012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31012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31012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712464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HR&gt; alter session set sql_trace = true;        -- 추적 켜기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HR&gt; select * from hr.emp where employee_id = 100;  -- 추적할 SQL 실행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HR&gt; alter session set sql_trace = false;       -- 끄기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tkprof ora19c_ora_xxxx.trc out.txt sys=no    -- 포맷 (sys=no: 내부 SQL 제외)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" y="5038344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tkprof 결과는 SQL마다 Parse · Execute · Fetch 세 줄로 통계를 보여준다.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6.5 SQL TRACE &amp; tkprof 71일차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</a:t>
            </a:r>
            <a:endParaRPr lang="en-US" sz="9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1682496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무슨 통계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Parse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파싱·실행계획 생성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Execute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커서 실행 단계 — DML은 여기를 본다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Fetch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행을 실제로 가져옴 — SELECT는 여기를 본다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602736"/>
          <a:ext cx="10506456" cy="2066544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disk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물리 블록 수 (= 디스크 읽기, pr)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query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일관성 읽기용 논리 블록 = consistent gets — SELECT면 이걸 본다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current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current 모드 논리 블록 = db block gets — DML이면 이걸 본다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rows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처리한 행 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6.5 SQL TRACE &amp; tkprof 71일차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외우기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 → Fetch 줄의 query(consistent gets)·disk 를 본다. DML → Execute 줄의 current(db block gets)·disk 를 본다. (Row Source Operation 줄의 cr =논리 블록, pr =물리 블록, pw =쓰기도 같은 뜻.) display_cursor의 Buffers/Reads와 같은 것을 파일 관점에서 보는 셈이다.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6.6 10046 이벤트 — bind 값과 wait까지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sql_trace=true (§6.5)는 "무슨 SQL이 얼마나 걸렸나"까지다. 한 걸음 더 — 어떤 값(bind)으로 돌렸고, 무엇을 기다렸나(wait) — 까지 보려면 10046 이벤트 를 건다. 느린 원인이 읽기량이 아니라 기다림 일 때 필수다.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054096"/>
            <a:ext cx="10506456" cy="2825496"/>
          </a:xfrm>
          <a:prstGeom prst="roundRect">
            <a:avLst>
              <a:gd name="adj" fmla="val 194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31012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31012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31012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712464"/>
            <a:ext cx="995781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HR&gt; alter session set events '10046 trace name context forever, level 12';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HR&gt; exec :b_id := 50;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HR&gt; select * from hr.emp where department_id = :b_id;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HR&gt; alter session set events '10046 trace name context off';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추적파일에 찍히는 것: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BINDS #..:  :b_id = 50                         -- 무슨 값으로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WAIT #..:  db file sequential read ...         -- 무엇을 기다렸나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WAIT #..:  db file scattered read ...</a:t>
            </a:r>
            <a:endParaRPr lang="en-US" sz="12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6.6 10046 이벤트 — bind 값과 wait까지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</a:t>
            </a:r>
            <a:endParaRPr lang="en-US" sz="9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852928"/>
          <a:ext cx="10506456" cy="2066544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추가로 찍히는 것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— SQL·실행통계 ( sql_trace=true 와 동급)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BINDS (바인드 변수 값)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WAITS (대기 이벤트)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+ 8 — bind·wait 둘 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6.6 10046 이벤트 — bind 값과 wait까지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350008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468880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551176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레벨은 더한다 — 12 = 4 + 8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008376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1(기본) · 4(+bind) · 8(+wait)이고, 둘 다 원하면 더해서 12 다(비트마스크라 값을 합친다). tkprof로는 "얼마나 걸렸나"까지지만, level 12를 걸면 무슨 값으로 돌렸고(bind)·무엇을 기다렸나(wait) 가 추적파일에 그대로 남는다. 대기가 db file sequential read 면 인덱스 단일 블록 읽기, db file scattered read 면 full scan multi-block 읽기다 — 어제 본 대기이벤트가 여기서 원인 진단으로 이어진다.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4946904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켠 다음 — 그 추적파일은 어디 있나? 파일명에 꼬리표를 달고 경로를 물어본다.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6.6 10046 이벤트 — bind 값과 wait까지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113532"/>
            <a:ext cx="10506456" cy="1545336"/>
          </a:xfrm>
          <a:prstGeom prst="roundRect">
            <a:avLst>
              <a:gd name="adj" fmla="val 3550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33695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33695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336956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771900"/>
            <a:ext cx="9957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HR&gt; alter session set tracefile_identifier = 'my10046';   -- 파일명 꼬리표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HR&gt; select value from v$diag_info where name = 'Default Trace File';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.../diag/rdbms/ora19c/ora19c/trace/ora19c_ora_1234_my10046.trc</a:t>
            </a:r>
            <a:endParaRPr lang="en-US" sz="12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6.6 10046 이벤트 — bind 값과 wait까지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1050645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60904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tkprof로 이어진다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200400"/>
            <a:ext cx="9957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sql_trace=true (§6.5)가 사실 10046의 얕은 버전이다. 그래서 level 12로 뽑은 이 .trc 도 tkprof x.trc out.txt sys=no 로 포맷하면 통계 표 아래에 대기 이벤트 요약 (Elapsed times include waiting on …)이 붙어 "어디서 기다렸나"가 정리된다. 즉 10046 level 12 = tkprof 통계 + bind 값 + wait 상세. 현대식으로는 dbms_monitor.session_trace_enable(waits=&gt;true, binds=&gt;true) 가 같은 level 12다. 확인 권장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6.6 10046 이벤트 — bind 값과 wait까지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bind 값을 왜 봐야 하나 — bind peeking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옵티마이저는 하드파싱 때 바인드 변수의 실제 값을 엿보고(peeking) 계획을 정한다. 그래서 :b_id = 50 일 땐 빠른 계획이, 값이 편중된 다른 입력에선 같은 SQL·같은 커서인데 느릴 수 있다. tkprof는 "느렸다"까지만 알려주고, 어떤 값에서 느렸는지 는 level 12의 BINDS가 있어야 재현·진단된다. 확인 권장 — peeking 세부는 수업 노트 밖 표준 지식이니 홈랩에서 직접 확인해 보세요.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 버퍼 캐시 히트율(BCHR) — 높다고 좋은 게 아니다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747772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BCHR (Buffer Cache Hit Ratio)은 논리 읽기 중 디스크로 안 간 비율 이다.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735324"/>
            <a:ext cx="10506456" cy="1289304"/>
          </a:xfrm>
          <a:prstGeom prst="roundRect">
            <a:avLst>
              <a:gd name="adj" fmla="val 425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99135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99135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99135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393692"/>
            <a:ext cx="99578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BCHR = ( 1 - disk / (query + current) ) * 100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query + current = 논리 읽기(블록),   disk = 물리 읽기(블록)</a:t>
            </a:r>
            <a:endParaRPr lang="en-US" sz="12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 버퍼 캐시 히트율(BCHR) — 높다고 좋은 게 아니다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350008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468880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551176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히트율이 높은데 느리다면 — 지표를 잘못 본 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008376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"BCHR은 높을수록 좋다"고 배우지만, 나쁜 실행계획이 오히려 BCHR을 100%에 가깝게 만든다. 실행계획이 나빠 논리 읽기(query)가 폭증하면 분모가 커져 disk/(query+current) 가 0에 수렴 — 디스크는 안 가고 캐시에서만 잔뜩 읽어서 히트율은 오히려 올라간다. 그래서 봐야 할 것은 히트율(비율)이 아니라 논리 I/O(Buffers·consistent gets)의 절대량 이다. §6.2의 "튜닝은 보통 consistent gets를 본다"와 같은 결론이다.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4946904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보면 함정이 분명하다 — 같은 결과를 내는 두 계획 (이해용 예시 수치):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 버퍼 캐시 히트율(BCHR) — 높다고 좋은 게 아니다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</a:t>
            </a:r>
            <a:endParaRPr lang="en-US" sz="9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나쁜 계획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좋은 계획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query (논리 읽기)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disk (물리 읽기)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BCHR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99.95%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90.9%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한 일(논리 I/O)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✗ 500배 많음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적음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1248" y="3986784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4105656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1288" y="418795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히트율이 높은 쪽이 오히려 500배 느리다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61288" y="4645152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나쁜 계획은 캐시에서 10만 블록을 헛읽고 디스크(50)는 거의 안 가니 1-50/100000 ≈ 99.95% . 좋은 계획은 200블록만 읽고 끝나지만 디스크 비중이 커 1-20/220 ≈ 90.9% . 비율(BCHR)이 아니라 논리 I/O 절대량(query) 을 봐야 진짜 빠른 쪽을 고른다.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 버퍼 캐시 히트율(BCHR) — 높다고 좋은 게 아니다 72일차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1050645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60904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BCHR은 어디서 나오나 · 대신 무엇을 보나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200400"/>
            <a:ext cx="9957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전체 BCHR은 v$sysstat 의 consistent gets · db block gets · physical reads 로 계산된다 — 인스턴스 누적이라 SQL 하나의 문제를 더 뭉뚱그린다. 그래서 진단은 BCHR을 지나쳐 아래로 내려가 본다: ① SQL별 Buffers·consistent gets(§6.2) , ② A-Time·대기(10046, §6.6) , ③ E-Rows↔A-Rows 괴리(§2.5) . 확인 권장 — BCHR 무용론은 널리 알려진 표준 논지이니 세부는 직접 확인 권장.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조인 — 방법은 건수로, 순서는 힌트로 72일차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NL·Sort Merge·Hash, 그리고 반복 횟수를 Starts로 읽는다 · 공식 매뉴얼 § Joins ↗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조인 — 방법은 건수로, 순서는 힌트로 72일차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조인에는 두 축 이 있고 둘은 별개다 — 방법 (어떻게 붙이나)과 순서 (누가 먼저 도나). 방법은 대체로 건수 가, 순서는 힌트 가 정한다.</a:t>
            </a:r>
            <a:endParaRPr lang="en-US" sz="16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346704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 유리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힌트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NESTED LOOPS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조인 결과가 소량 · 안쪽에 인덱스가 있을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use_nl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SORT MERGE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대량 · 양쪽을 정렬해 병합 (부등호 조인에도)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use_merge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HASH JOIN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대량 · 한쪽으로 해시 테이블을 만들 때 ( = 조인)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use_hash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조인 순서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from 순서대로 / 지정 순서로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ordered / leading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조인 — 방법은 건수로, 순서는 힌트로 72일차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방법과 순서는 다른 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바깥이 1행이면 순서를 바꿔도 Buffers는 같다. 하지만 바깥이 여러 행 이면 누가 먼저(driving) 도느냐로 안쪽 반복 횟수가 확 달라진다. 그 반복을 실행계획의 Starts 로 본다(§6.2).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 NL은 바깥 각 행마다 안쪽을 반복한다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203704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Nested Loop은 바깥(driving) 테이블의 각 행마다 안쪽을 인덱스로 조회 해 붙인다. 그래서 바깥이 작을수록 안쪽 반복이 적어 싸다. 반복 횟수는 실행계획의 Starts 에 그대로 찍힌다.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520440"/>
            <a:ext cx="10506456" cy="2048256"/>
          </a:xfrm>
          <a:prstGeom prst="roundRect">
            <a:avLst>
              <a:gd name="adj" fmla="val 535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39312"/>
            <a:ext cx="73152" cy="18105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703320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NL의 비용은 바깥 행 수에 달렸다. 안쪽이 몇 번 돌았는지는 실행계획 Starts 에 그대로 나온다.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" y="4233672"/>
            <a:ext cx="995781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(driving) · 조건이 먼저 거른 쪽 · 각 행마다 → · 안쪽 (inner) · 바깥 행의 키로 인덱스 조회 · Starts = 바깥 행 수 · 반복 (loop) · 바깥이 작을수록 안쪽 반복이 적다 → NL이 싸다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 NL은 바깥 각 행마다 안쪽을 반복한다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1050645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60904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driving과 driven — 왜 그렇게 부르나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200400"/>
            <a:ext cx="9957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 for문으로 보면 이름이 그대로 풀린다. for each row in OUTER { probe INNER } — driving(=outer, 선행) : 바깥 루프. 자기 행 수만큼 안쪽을 돌려 반복을 민다 . 그 횟수가 곧 Starts 다. 그래서 옵티마이저는 적게 걸러진 작은 쪽 을 driving으로 두려 한다. driven(=inner, 후행) : 안쪽 루프. 스스로 횟수를 못 정하고 driving이 주는 만큼 끌려서 조회당한다 (수동태). 매 outer 행의 조인키로 lookup된다.</a:t>
            </a:r>
            <a:endParaRPr lang="en-US" sz="13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 NL은 바깥 각 행마다 안쪽을 반복한다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929384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048256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13055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driven엔 인덱스가 필수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2587752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driven은 outer 행마다 반복해 뒤져지므로, 조인 컬럼에 인덱스가 없으면 Starts번 × full scan 으로 터진다. NL 튜닝의 정석은 ① driving은 작은(많이 걸러진) 쪽, ② driven의 조인 컬럼엔 인덱스 . 아래 두 플랜에서 driven이 늘 인덱스(UNIQUE/RANGE SCAN)로 접근되는 이유다.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251960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370832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531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헷갈리지 말 것 — outer 테이블 ≠ outer 조인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910328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outer 테이블 은 NL 바깥 루프(=driving)를 말한다. 짝 없는 행을 NULL로 살리는 outer join(외부 조인 · LEFT/RIGHT) 과는 이름만 같고 다른 개념이다.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실측 ① 바깥이 1행 — employee_id=100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483864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employee_id=100 이면 바깥 EMPLOYEES가 딱 1행이라, 안쪽 DEPARTMENTS도 한 번만 조회한다. 모든 Starts가 1이다.</a:t>
            </a:r>
            <a:endParaRPr lang="en-US" sz="1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실측 ① 바깥이 1행 — employee_id=100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4105656"/>
          </a:xfrm>
          <a:prstGeom prst="roundRect">
            <a:avLst>
              <a:gd name="adj" fmla="val 133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395728"/>
            <a:ext cx="995781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HR&gt; select /*+ gather_plan_statistics */ e.last_name, d.department_name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hr.employees e join hr.departments d using(department_id)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where e.employee_id = 100;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| Operation                                | Buffers | Starts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NESTED LOOPS                            |    4    |    1 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 |   TABLE ACCESS BY INDEX ROWID EMPLOYEES  |    2    |    1   |  ← outer/driving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 INDEX UNIQUE SCAN EMP_EMP_ID_PK       |         |    1 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4 |   TABLE ACCESS BY INDEX ROWID DEPARTMENTS|    2    |    1   |  ← inner/driven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5 |    INDEX UNIQUE SCAN DEPT_ID_PK          |         |    1 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 Information (identified by operation id):</a:t>
            </a:r>
            <a:endParaRPr lang="en-US" sz="12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실측 ① 바깥이 1행 — employee_id=100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747772"/>
            <a:ext cx="10506456" cy="1289304"/>
          </a:xfrm>
          <a:prstGeom prst="roundRect">
            <a:avLst>
              <a:gd name="adj" fmla="val 425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300380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300380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300380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406140"/>
            <a:ext cx="99578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3 - access("E"."EMPLOYEE_ID"=100)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5 - access("E"."DEPARTMENT_ID"="D"."DEPARTMENT_ID")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4219956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순서는 안쪽·위부터라 3 → 2 → 5 → 4 → 1 , Buffers 4로 끝난다. 바깥이 1행이라 여기까진 단순하다.</a:t>
            </a: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실측 ① 바깥이 1행 — employee_id=100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4608576"/>
          </a:xfrm>
          <a:prstGeom prst="roundRect">
            <a:avLst>
              <a:gd name="adj" fmla="val 2381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56232"/>
            <a:ext cx="73152" cy="43708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19385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 옆의 * 와 Predicate Information — 무엇을 알려주나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2395728"/>
            <a:ext cx="995781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는 "이 단계에 조건(predicate)이 걸려 있으니 아래를 보라"는 포인터 다. 별표 있는 Id( *3 · *5 )만 아래 Predicate Information 에 조건이 나오고, 없는 Id(0·1·2·4)는 순수 작업(조인·테이블 접근)일 뿐이다. 아래에서 읽는 것은 어느 단계가 어떤 조건을 , 그리고 access(인덱스로 좁힘) 인지 filter(읽고 버림) 인지 다(§2.3). Id 3 access(EMPLOYEE_ID=100) — WHERE 조건을 인덱스 유니크 스캔으로 바로 집었다 (filter 아님 = 낭비 없음). Id 5 access(E.DEPARTMENT_ID = D.DEPARTMENT_ID) — 이건 조인 조건 이다. driven(DEPARTMENTS)을 outer 행의 department_id 로 인덱스 lookup 했다는 증거 — 앞의 " driven엔 인덱스 "가 여기서 access로 확인된다. 만약 여기가 filter 였다면 조인키 인덱스가 없어 매 반복마다 훑었다는 뜻(터짐 신호). 실전에선 핵심 조건이 filter 로만 잡히거나 filter(TO_NUMBER("X")=100) 처럼 함수가 씌워져 나오면, 인덱스를 못 타는 원인이 여기서 그대로 드러난다.</a:t>
            </a:r>
            <a:endParaRPr lang="en-US" sz="13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7.3 실측 ② 바깥이 여러 행 — location_id=1400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943100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바깥은 고정이 아니다 — 쿼리 조건이 먼저 거르는 쪽이 driving이 된다. location_id=1400 은 부서를 먼저 1행(60번)으로 걸러 이번엔 DEPARTMENTS가 바깥 이 되고, 그 부서에 사원이 5명이라 EMPLOYEES가 안쪽으로 5번 돈다.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259836"/>
            <a:ext cx="10506456" cy="2569464"/>
          </a:xfrm>
          <a:prstGeom prst="roundRect">
            <a:avLst>
              <a:gd name="adj" fmla="val 213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51586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51586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51586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918204"/>
            <a:ext cx="99578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location 1400 → 부서 60 (1행) → 그 부서 사원 5명 → 바깥 5행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| Operation                           | Buffers | Starts | A-Rows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3 |   DEPARTMENTS (BY INDEX ROWID)       |    2    |    1   |    1   |  ← 바깥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5 |   INDEX RANGE SCAN EMP_DEPARTMENT_IX |    2    |    1   |    5 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6 |  EMPLOYEES  (BY INDEX ROWID)         |    2    |    5   |    5   |  ← 안쪽·Starts=5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</a:t>
            </a:r>
            <a:endParaRPr lang="en-US" sz="12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7.3 실측 ② 바깥이 여러 행 — location_id=1400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1050645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60904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Starts=5가 곧 다섯 번 반복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200400"/>
            <a:ext cx="9957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 6(사원 행 읽기)의 Starts=5 는 안쪽을 다섯 번 실행했다는 뜻이다. 그래서 ①처럼 한 바퀴로 끝나지 않고 안쪽 반복이 5번 낀다 — 단 이 플랜은 batched 모양이라 인덱스(Id 5)는 1번의 Starts로 5건을 모아 주고, 테이블 행 읽기(Id 6)가 5번 반복됐다. ①(emp_id=100)에선 사원이 바깥이었는데 여기선 뒤집혔다 — 먼저 걸러지는 쪽이 driving이고, 그 건수가 안쪽 반복(Starts)을 정한다. 실행 순서가 헷갈리면 순서를 세지 말고 Starts부터 봐라 — 안쪽이 몇 번 돌았는지가 거기 다 있다.</a:t>
            </a:r>
            <a:endParaRPr lang="en-US" sz="13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7.4 인덱스가 조인 방법을 바꾼다 — PK를 하나씩 만들며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107692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emp·dept·loc를 인덱스 없이 새로 만들고(CTAS), 같은 쿼리( employee_id=100 3테이블 조인)를 PK를 하나씩 만들어 가며 4번 돌렸다.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095244"/>
            <a:ext cx="10506456" cy="2569464"/>
          </a:xfrm>
          <a:prstGeom prst="roundRect">
            <a:avLst>
              <a:gd name="adj" fmla="val 213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35127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35127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35127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753612"/>
            <a:ext cx="99578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인덱스 0개일 때의 옵티마이저 기본 플랜 (힌트 실험은 아래 tip — 별도 실행)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HASH JOIN            |      | Buffers 8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 |   MERGE JOIN CARTESIAN|      |         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3 |    TABLE ACCESS FULL  | EMP  |         3 |  filter(EMPLOYEE_ID=100)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4 |    BUFFER SORT        |      |         2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5 |     TABLE ACCESS FULL | LOC  |         2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6 |   TABLE ACCESS FULL   | DEPT |         3 |</a:t>
            </a:r>
            <a:endParaRPr lang="en-US" sz="12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7.4 인덱스가 조인 방법을 바꾼다 — PK를 하나씩 만들며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</a:t>
            </a:r>
            <a:endParaRPr lang="en-US" sz="900" dirty="0"/>
          </a:p>
        </p:txBody>
      </p:sp>
      <p:graphicFrame>
        <p:nvGraphicFramePr>
          <p:cNvPr id="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852928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플랜 모양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Buffers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인덱스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MERGE JOIN CARTESIAN + HASH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EMP_IDX(PK)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EMP만 인덱스 — DEPT·LOC은 full·hash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DEPT_IDX(PK)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NL·NL — LOC만 full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LOC_IDX(PK)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NL 3단, 전부 UNIQUE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7.4 인덱스가 조인 방법을 바꾼다 — PK를 하나씩 만들며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옵티마이저는 "있는 도구"로만 짠다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인덱스가 없으면 NL 안쪽을 매번 full로 돌아야 하니, 옵티마이저는 hash·cartesian이 낫다고 판단한다(emp가 1행으로 걸러지니 1행×loc 23행 조합도 싸다고 본 것). 인덱스가 생길 때마다 선택지가 열려 플랜 모양이 바뀐다. 이 실험은 바깥이 1행이라 Buffers 차이는 작지만(8→6), 모양의 변화가 포인트다.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7.4 인덱스가 조인 방법을 바꾼다 — PK를 하나씩 만들며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"힌트를 줬는데 무시됐다?"의 진상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leading(e,d,l) use_nl(d) nse_nl(l) — 세 힌트 중 무엇이 적용됐는지 플랜으로 따져보자. leading과 use_nl(d)은 전부 먹혔다 — 그 실행의 플랜(위 기본 플랜과는 다른 실행 )은 순서 e→d→l에 d가 NL(인덱스가 없어 안쪽 full)이었다. 무시된 건 nse_nl(l) 하나 — use_nl의 오타 라 l만 hash로 붙었다. 잘못된 힌트는 에러 없이 조용히 무시된다. 힌트가 안 먹은 것 같으면 오타부터 확인하라.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7.5 순서·진입 인덱스가 Buffers를 가른다 — Seattle 실험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쿼리( l.city='Seattle' , 3테이블)를 네 방식으로 돌렸다. 결과는 모두 같은 18행.</a:t>
            </a:r>
            <a:endParaRPr lang="en-US" sz="16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346704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무슨 일이 났나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Buffers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leading(e,d,l) 강제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필터 반대편에서 출발 — EMP 107행이 명단, DEPT Starts 107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leading(l,d,e)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방향은 맞지만 진입 인덱스 없음 — 매 반복이 full(filter 3줄)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l→d→e + 진입 인덱스 3개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filter 3줄이 전부 access 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옵티마이저 기본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MERGE+HASH 혼합, 작은 테이블 full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7.5 순서·진입 인덱스가 Buffers를 가른다 — Seattle 실험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473452"/>
            <a:ext cx="10506456" cy="2825496"/>
          </a:xfrm>
          <a:prstGeom prst="roundRect">
            <a:avLst>
              <a:gd name="adj" fmla="val 194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72948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72948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72948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131820"/>
            <a:ext cx="995781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진입 인덱스 3개 = 각 테이블에 "들어가는 문"을 낸 것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create index hr.loc_city_idx  on hr.loc(city);           -- 필터 진입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create index hr.dept_loc_idx  on hr.dept(location_id);   -- d 조인 진입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create index hr.emp_dept_idx  on hr.emp(department_id);  -- e 조인 진입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실측(Buffers 18): Predicate 5·7·8 전부 access — Starts 21(부서)·18(사원)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5 - access("L"."CITY"='Seattle')          ← filter였던 것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7 - access("D"."LOCATION_ID"=...)         ← filter였던 것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8 - access("E"."DEPARTMENT_ID"=...)       ← filter였던 것</a:t>
            </a:r>
            <a:endParaRPr lang="en-US" sz="12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7.5 순서·진입 인덱스가 Buffers를 가른다 — Seattle 실험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53512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7238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1546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최저는 여전히 옵티마이저(9)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611880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순서도 맞추고 인덱스도 다 줬는데 18 — 기본 계획 9를 못 이겼다. 테이블이 몇 블록짜리로 작으면 full+hash로 한 번에 쓸어담는 쪽이 반복 접근보다 싸다. "풀 스캔 = 나쁨"이 아니다 — 판정은 항상 Buffers 총점 이고, 이 실습의 목적은 힌트로 계획을 제어하고 숫자로 판정하는 훈련이다.</a:t>
            </a:r>
            <a:endParaRPr lang="en-US" sz="13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7.6 필터가 양끝이면 — 더 세게 걸러지는 쪽에서 출발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071116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하나 더: e.job_id='AD_VP' . 이제 필터가 양끝 에 있다 — city(loc 1행) vs job_id(emp 2행). 조인 체인 e—d—l 은 어느 끝에서 출발하든 진입 인덱스만 있으면 NL이 성립한다.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387852"/>
            <a:ext cx="10506456" cy="2313432"/>
          </a:xfrm>
          <a:prstGeom prst="roundRect">
            <a:avLst>
              <a:gd name="adj" fmla="val 237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64388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64388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64388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046220"/>
            <a:ext cx="99578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create index hr.emp_job_idx on hr.emp(job_id);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leading(e,d,l) all-NL 실측: 바깥 = AD_VP 2행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5 |  EMP_JOB_IDX RANGE SCAN  | Starts 1 | A-Rows 2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7 |  DEPT_IDX UNIQUE         | Starts 2 |        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8 |  LOC_IDX  UNIQUE         | Starts 2 |        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총 Buffers: all-NL 12  vs  옵티마이저(hash + EMP full 1회) 8</a:t>
            </a:r>
            <a:endParaRPr lang="en-US" sz="12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7.6 필터가 양끝이면 — 더 세게 걸러지는 쪽에서 출발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53512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7238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1546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달성, 판정은 hash 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611880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 스캔 0·전부 NL·Starts 2로 변환은 성공. 그래도 총점은 hash 8이 더 싸다 — EMP가 5블록짜리라 한 번 쓸기가 워낙 싸서다. NL의 강점은 바깥이 몇 행 안 될 때 첫 행을 바로 내는 것 이고, 어느 쪽이 이기는지는 실측이 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7.7 driving을 잘못 잡으면 — 반복 승수의 실측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194560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없는 emp(107행) ⋈ dept(27행) (결과 106행)에서 바깥만 바꿔 비교했다. (교과서 모양을 보려고 optimizer_features_enable('10.1.0') + no_nlj_prefetch 로 최신 최적화를 껐다.)</a:t>
            </a:r>
            <a:endParaRPr lang="en-US" sz="1600" dirty="0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511296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안쪽 반복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Buffers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EMP(107) 바깥 → DEPT 안쪽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DEPT를 107번 (unique scan)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DEPT(27) 바깥 → EMP 안쪽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EMP를 27번 (range scan)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 바깥 + full(d) 강제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DEPT full×107 = 222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DEPT 바깥 + full(e) 강제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 full×27 = 88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7.7 driving을 잘못 잡으면 — 반복 승수의 실측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돌리기 — NL 비용의 구조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NL 총비용 ≈ 바깥 1회 읽기 + (바깥 행 수 × 안쪽 1회 비용) . 바깥은 한 번뿐이라 10이든 7이든 큰 차이가 없고, 진짜 비용은 반복 승수(바깥 행 수) 다. 주목 — ①의 안쪽은 UNIQUE SCAN(가장 좋은 스캔)인데도 107번 곱해지니 116, ②는 RANGE SCAN인데 27번이라 28. probe 한 번의 질보다 probe 횟수가 지배한다. 안쪽 인덱스까지 빼앗으면(full 강제) 매 반복이 full이 되어 232 — NL 최악 = 큰 바깥 × 안쪽 인덱스 부재 다.</a:t>
            </a:r>
            <a:endParaRPr lang="en-US" sz="13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7.7 driving을 잘못 잡으면 — 반복 승수의 실측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driving 선택 원칙(완성)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driving = 바깥 행 수를 최소로 만드는 쪽 . 필터가 있으면 가장 세게 걸러지는 쪽(Seattle 1행·AD_VP 2행), 없으면 그냥 작은 테이블(27&lt;107). 그리고 E-Rows는 1회 기준 이라 Starts 있는 줄은 E×Starts로 A-Rows와 비교한다(② 검산: 안쪽 E-Rows 4는 1회 기준 — 4×27=108 ≈ A-Rows 106 ✓. 누적으로 오독해 10×27=270처럼 읽으면 틀린다).</a:t>
            </a:r>
            <a:endParaRPr lang="en-US" sz="13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7.8 같은 NL, 세 가지 그림 — table prefetch와 batch i/o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386584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요즘 버전의 NL 플랜은 I/O 최적화 때문에 모양이 다르게 그려진다 . optimizer_features_enable('버전') 으로 옵티마이저를 버전별로 고정해 같은 쿼리를 비교했다(유효 버전은 v$parameter_valid_values 에서 조회).</a:t>
            </a:r>
            <a:endParaRPr lang="en-US" sz="1600" dirty="0"/>
          </a:p>
        </p:txBody>
      </p:sp>
      <p:graphicFrame>
        <p:nvGraphicFramePr>
          <p:cNvPr id="1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703320"/>
          <a:ext cx="10506456" cy="1682496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알아보는 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힌트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classic (10.1)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NL 아래에 인덱스·테이블이 나란히 — 교과서 모양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no_nlj_prefetch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table prefetch (10.2.0.5)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inner 테이블 접근이 NL 위쪽 에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nlj_prefetch / no_nlj_prefetch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batch i/o (11g~)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NL이 두 겹 + 테이블 접근에 BATCHED (이 표기는 12c부터)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nlj_batching / no_nlj_batching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7.8 같은 NL, 세 가지 그림 — table prefetch와 batch i/o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130552"/>
            <a:ext cx="10506456" cy="3511296"/>
          </a:xfrm>
          <a:prstGeom prst="roundRect">
            <a:avLst>
              <a:gd name="adj" fmla="val 312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249424"/>
            <a:ext cx="73152" cy="32735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3317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목적은 디스크 I/O 절감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2788920"/>
            <a:ext cx="995781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table prefetch — 디스크 I/O call은 비싸니, 곧이어 읽을 가능성 높은 블록들을 한 번의 I/O call로 미리 버퍼 캐시에 적재한다(여러 single block 읽기를 한 call에 묶는 db file parallel read — 블록 1개씩 읽을 때의 db file sequential read 와 구분). inner 쪽 non-unique 인덱스 range scan 에서 발생하고, inner 행들의 clustering factor가 나쁠 때 효과적이다. batch i/o — inner 인덱스와 조인해 중간 결과집합을 만든 뒤 , inner 테이블 접근을 일괄(fetch call 단위) 처리해 디스크 I/O를 줄인다(prefetch에 이어 추가 도입). 주의 — prefetch 모양이 그려져 있다고 항상 작동하는 건 아니다 . 기능이 활성화됐다는 표시일 뿐이다.</a:t>
            </a:r>
            <a:endParaRPr lang="en-US" sz="13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7.8 같은 NL, 세 가지 그림 — table prefetch와 batch i/o 73일차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optimizer_features_enable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 동작을 특정 버전으로 고정하는 힌트/파라미터. 실무에선 업그레이드 회귀 비교, 학습에선 이번처럼 버전별 플랜 모양 비교 에 쓴다. §7.7 실험에서 교과서 모양(10.1)을 만든 것도 이것.</a:t>
            </a:r>
            <a:endParaRPr lang="en-US" sz="13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7.9 Sort Merge Join — 정렬 두 번, 병합 한 번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NL은 건건이 버퍼 캐시를 오가는 random access 위주 라 대용량에서 한계가 있다. Sort Merge 는 ① 양쪽 집합을 조인 키로 각각 정렬 하고 ② 정렬된 둘을 merge 한다. 건수가 많을 때 유리하고, 대신 sort 부하 를 감수한다. 정렬은 PGA의 sort area 에서 하므로 SGA를 경유하는 접근보다 빠르다. 힌트 use_merge 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712464"/>
            <a:ext cx="10506456" cy="2313432"/>
          </a:xfrm>
          <a:prstGeom prst="roundRect">
            <a:avLst>
              <a:gd name="adj" fmla="val 237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96849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96849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96849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370832"/>
            <a:ext cx="99578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옵티마이저 기본 (emp⋈dept, 필터 없음) — Buffers 15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 |  MERGE JOIN                  |          | Buffers 15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2 |   DEPT BY INDEX ROWID        |          |         12 |  ← SORT JOIN이 없다!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3 |    INDEX FULL SCAN DEPT_IDX  |          |          6 |  (인덱스 순서 = 정렬 대체)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|*4 |   SORT JOIN   Starts 27      | Used-Mem 16K |      3 |  ← 27번 시작, 정렬은 1번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5 |    TABLE ACCESS FULL EMP     | Starts 1 |          3 |</a:t>
            </a:r>
            <a:endParaRPr lang="en-US" sz="12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7.9 Sort Merge Join — 정렬 두 번, 병합 한 번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플랜의 비밀 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DEPT 쪽엔 SORT JOIN이 없다 — INDEX FULL SCAN 이 department_id 순서로 읽어주니 인덱스가 정렬을 대체 했다(§5.5의 "ORDER BY 흡수"가 조인에서 재등장). ② SORT JOIN의 Starts=27인데 정렬은 한 번 — 자식 EMP full의 Starts는 1이다. 정렬은 처음 한 번 해두고, 바깥 27행이 각자 짝을 찾을 때마다 정렬된 결과를 재사용 해 탐색만 27번 한 것. Starts가 커도 놀라지 말 것.</a:t>
            </a:r>
            <a:endParaRPr lang="en-US" sz="13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7.9 Sort Merge Join — 정렬 두 번, 병합 한 번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101</a:t>
            </a:r>
            <a:endParaRPr lang="en-US" sz="900" dirty="0"/>
          </a:p>
        </p:txBody>
      </p:sp>
      <p:graphicFrame>
        <p:nvGraphicFramePr>
          <p:cNvPr id="1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116836"/>
          <a:ext cx="10506456" cy="2066544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OMem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optimal sort(메모리에서 한 번에)에 필요한 예상 정렬 영역 크기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1Mem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one-pass sort에 필요한 예상 크기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Used-Mem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사용한 정렬 영역 크기 — 끝의 (0) 은 optimal(디스크 안 감)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Used-Tmp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메모리 부족으로 temp를 쓴 크기(KB) — 보이면 정렬이 디스크로 흘러넘친 것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1248" y="4366260"/>
            <a:ext cx="10506456" cy="1289304"/>
          </a:xfrm>
          <a:prstGeom prst="roundRect">
            <a:avLst>
              <a:gd name="adj" fmla="val 425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161288" y="46222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89888" y="46222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18488" y="46222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61288" y="5024628"/>
            <a:ext cx="99578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full 강제(use_merge + full): 양쪽 다 SORT JOIN — Buffers 5 (최저!)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2 |   SORT JOIN → DEPT full  | 2 |   | 4 |   SORT JOIN → EMP full  | 3 |</a:t>
            </a:r>
            <a:endParaRPr lang="en-US" sz="12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7.9 Sort Merge Join — 정렬 두 번, 병합 한 번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Buffers 5의 함정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 full 강제가 NL(35)·hash(13)보다 Buffers가 낮다. 하지만 정렬 비용은 Buffers에 안 찍힌다 — CPU와 PGA 메모리(Used-Mem 16K)로 치른다. Buffers만 보고 SM이 최고라 판정하면 오독. Buffers + Used-Mem(정렬량)을 같이 본다. 3테이블 merge(l→d→e)도 같은 원리로 중첩되며 Buffers 7 — 중간 조인 결과를 다시 SORT JOIN으로 정렬해 다음 단계로 넘긴다.</a:t>
            </a:r>
            <a:endParaRPr lang="en-US" sz="13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7.10 Hash Join — 작은 쪽으로 해시 테이블, 큰 쪽으로 probe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660904"/>
            <a:ext cx="1050645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NL은 대량에서 random access가 부담, SM은 정렬이 부담 — 그럴 때 Hash Join . 작은 집합을 build table(해시 테이블) 로 만들어 hash_area_size 영역(수동 PGA 관리 파라미터 — 기본인 자동 관리에선 pga_aggregate_target 기반 작업영역이 대신함)에 올리고, 큰 집합을 probe 하며 해시 탐색으로 조인한다. 해시 키 컬럼에 중복이 적을수록 유리하고(같은 값이 몰리면 그 버킷을 길게 뒤진다 — 다른 값이 같은 버킷에 드는 해시 충돌 과는 별개 개념, 아래 60·210이 충돌의 예), = 조건에서만 쓸 수 있다. 힌트 use_hash .</a:t>
            </a:r>
            <a:endParaRPr lang="en-US" sz="1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7.10 Hash Join — 작은 쪽으로 해시 테이블, 큰 쪽으로 probe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217420"/>
            <a:ext cx="10506456" cy="3337560"/>
          </a:xfrm>
          <a:prstGeom prst="roundRect">
            <a:avLst>
              <a:gd name="adj" fmla="val 1644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47345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47345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47345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875788"/>
            <a:ext cx="995781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leading(d,e) use_hash(e) — Buffers 13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|*1 |  HASH JOIN         |      | 13 | Used-Mem 1500K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2 |   TABLE ACCESS FULL| DEPT |  2 |  ← build (작은 쪽 27행)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3 |   TABLE ACCESS FULL| EMP  | 10 |  ← probe (큰 쪽 107행)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해시 버킷을 눈으로: ora_hash(department_id, 10)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select ora_hash(department_id,10), department_id, department_name from hr.dept order by 1;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60  IT          ← dept 60은 버킷 1에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210  IT Support     (버킷 하나에 여럿 = 충돌도 있다)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select ora_hash(department_id,10), department_id, employee_id, last_name from hr.emp order by 1;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  60  103 Hunold  ← emp의 60번 사원들도 같은 버킷 1로 찾아간다</a:t>
            </a:r>
            <a:endParaRPr lang="en-US" sz="12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7.10 Hash Join — 작은 쪽으로 해시 테이블, 큰 쪽으로 probe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그림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DEPT 27행을 ora_hash(department_id) 류의 해시로 버킷에 분류 해 메모리에 올린다(build). ② EMP 107행을 하나씩 읽으며 같은 해시 함수 를 통과시켜 해당 버킷만 뒤진다(probe) — 정렬도, 반복 인덱스 탐색도 없다. 조인 자체는 메모리에서 끝나 Buffers는 두 full scan(2+10)+α다. 등호(=)가 아니면 해시 버킷 매칭이 성립하지 않아 못 쓴다.</a:t>
            </a:r>
            <a:endParaRPr lang="en-US" sz="13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7.11 build를 바꿔치는 옵티마이저 — swap_join_inputs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034540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3테이블 해시( leading(d,e,l) )를 돌렸더니, 어떤 실행에선 LOC이 위(build)로 올라간 플랜 이 나왔다. 순서 힌트를 줬는데도 옵티마이저가 해시의 build/probe만 맞바꾼 것 — 조인 순서는 유지하되 "누구를 메모리에 올릴지"는 더 작은 쪽으로 스스로 바꾼다.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680460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9364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9364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9364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338828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같은 leading(d,e,l)인데:  ①                          ②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|1| HASH JOIN               |1| HASH JOIN     ← LOC이 build로 승격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|2|  HASH JOIN (d build)    |2|  TABLE ACCESS FULL LOC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|5|  TABLE ACCESS FULL LOC  |3|  HASH JOIN (d⋈e 결과가 probe)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원위치 강제: no_swap_join_inputs(l) / 반대 강제: swap_join_inputs</a:t>
            </a:r>
            <a:endParaRPr lang="en-US" sz="125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7.11 build를 바꿔치는 옵티마이저 — swap_join_inputs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993392"/>
            <a:ext cx="10506456" cy="3785616"/>
          </a:xfrm>
          <a:prstGeom prst="roundRect">
            <a:avLst>
              <a:gd name="adj" fmla="val 2899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112264"/>
            <a:ext cx="73152" cy="35478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1945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outer join은 순서가 문법으로 강제된다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2651760"/>
            <a:ext cx="995781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(+)가 붙지 않은 테이블이 항상 선행 — 문법이 강제하는 건 조인 순서 이고, build/probe는 비용 판단이라 옵티마이저가 스스로 RIGHT OUTER로 바꿔 (+)쪽을 build로 올리기도 한다. 그래서 where e.department_id = d.department_id(+) 에선 leading(d,e) 를 줘도 무시되고 EMP가 선행인 HASH JOIN OUTER 가 나온다(결과 107행 — 부서 없는 사원도 살아남음). 뒤집고 싶으면 swap_join_inputs(d) → HASH JOIN RIGHT OUTER (DEPT build, Buffers 13). 그리고 오늘도 오타 사례 — gather_plan_statistcs (i 누락)로 돌리자 플랜에 "basic plan statistics not available" 경고 가 남고 Starts/A-Rows가 안 찍혔다. 힌트 오타는 조용히 무시되지만, 이번엔 플랜 Note가 알려줬다.</a:t>
            </a:r>
            <a:endParaRPr lang="en-US" sz="13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7.12 Index Join — 테이블에 안 가고 인덱스끼리 조인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199132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테이블에 속한 여러 인덱스 를 이용해 random access 없이 결과를 만드는 방식. 질의가 참조하는 컬럼(SELECT와 WHERE 모두)이 전부 인덱스에 포함될 때만 작동한다.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515868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7719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7719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7719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174236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loc의 city·location_id 둘 다 인덱스에 있음 → 테이블 접근 없이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3 |    VIEW                  | index$_join$_003 | 23행 | 8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|*4 |     HASH JOIN            |  access(ROWID=ROWID)  | 8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5 |      INDEX FAST FULL SCAN| LOC_CITY_IDX     |  4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6 |      INDEX FAST FULL SCAN| LOC_IDX          |  4 |</a:t>
            </a:r>
            <a:endParaRPr lang="en-US" sz="12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7.12 Index Join — 테이블에 안 가고 인덱스끼리 조인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459736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578608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66090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rowid로 자기 자신과 조인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118104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인덱스를 각각 fast full scan해서 rowid를 키로 해시 조인 ( access(ROWID=ROWID) ) — 같은 행의 city와 location_id를 rowid로 맞춰 붙이니 테이블 블록엔 갈 필요가 없다. §5.2 "인덱스만으로 충당되면 테이블 안 간다"의 조인 버전.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4507992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심화 실측 — 조건 두 개가 서로 다른 인덱스에 있을 때 ( employee_id&lt;110 AND job_id='IT_PROG' ):</a:t>
            </a:r>
            <a:endParaRPr lang="en-US" sz="16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7.12 Index Join — 테이블에 안 가고 인덱스끼리 조인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01468"/>
            <a:ext cx="10506456" cy="2569464"/>
          </a:xfrm>
          <a:prstGeom prst="roundRect">
            <a:avLst>
              <a:gd name="adj" fmla="val 213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8575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8575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8575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259836"/>
            <a:ext cx="99578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기본: EMP_JOB_IDX로 진입 + 테이블에서 employee_id 확인 — Buffers 4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|*1 |  EMP BY INDEX ROWID BATCHED |             | 4 |  1 - filter(EMPLOYEE_ID&lt;110)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|*2 |   INDEX RANGE SCAN          | EMP_JOB_IDX | 2 |  2 - access(JOB_ID='IT_PROG')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index_join(e emp_idx emp_job_idx): 테이블 접근 0 — Buffers 3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|*2 |   HASH JOIN                 | ROWID=ROWID | 3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|*3 |    INDEX RANGE SCAN         | EMP_JOB_IDX | 1 |  3 - access(JOB_ID='IT_PROG')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|*4 |    INDEX RANGE SCAN         | EMP_IDX     | 2 |  4 - access(EMPLOYEE_ID&lt;110)</a:t>
            </a:r>
            <a:endParaRPr lang="en-US" sz="12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7.12 Index Join — 테이블에 안 가고 인덱스끼리 조인 74일차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filter까지 access로 — 그러나 만능은 아니다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플랜에선 employee_id 조건이 "진입 후 확인 filter"였는데, index_join 힌트를 주자 두 조건이 각자의 인덱스에서 모두 access 로 처리되고 rowid 교집합으로 끝났다(4→3). 반면 조건 없는 조회( select employee_id, job_id )에선 옵티마이저가 스스로 index join(16)을 골랐지만 full 강제가 11로 더 쌌다 — 5블록짜리 작은 테이블에선 두 인덱스 합산(4+12)이 오히려 크다. 어제부터 반복되는 결론: 판정은 실측 .</a:t>
            </a:r>
            <a:endParaRPr lang="en-US" sz="13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7.13 조인 3형제 — 언제 무엇을 74일차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</a:t>
            </a:r>
            <a:endParaRPr lang="en-US" sz="900" dirty="0"/>
          </a:p>
        </p:txBody>
      </p:sp>
      <p:graphicFrame>
        <p:nvGraphicFramePr>
          <p:cNvPr id="1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1682496"/>
        </p:xfrm>
        <a:graphic>
          <a:graphicData uri="http://schemas.openxmlformats.org/drawingml/2006/table">
            <a:tbl>
              <a:tblPr/>
              <a:tblGrid>
                <a:gridCol w="2626614"/>
                <a:gridCol w="2626614"/>
                <a:gridCol w="2626614"/>
                <a:gridCol w="2626614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유리한 상황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비용의 정체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힌트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소량 + driven 조인키 인덱스, 첫 행 빨리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바깥 행 수 × probe (random access)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use_nl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Sort Merge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대량 · 양쪽 정렬 가능(인덱스가 대체하면 더 좋음)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정렬 (PGA·CPU — Buffers엔 안 보임)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use_merge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Hash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대량 · = 조인 · 작은 build + 중복 적은 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해시 테이블 메모리(hash area)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use_hash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3602736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721608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380390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실측으로 보면 (emp 107 ⋈ dept 27, 필터 없음)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261104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NL(batch) 35 · hash 13 · SM full 5 — Buffers만 보면 SM 승. 하지만 SM의 정렬(Used-Mem 16K)과 hash의 build 메모리(1.5M)는 Buffers 밖의 비용이다. 테이블이 커지면: NL은 반복이(random), SM은 정렬이(temp 넘침 = Used-Tmp), hash는 build가 메모리를 넘칠 때가 각자의 급소. 판정은 Buffers + 메모리 컬럼을 같이, 그리고 건수·등호 여부·인덱스 유무로 고른다.</a:t>
            </a:r>
            <a:endParaRPr lang="en-US" sz="13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쿼리 변환 — 옵티마이저는 내 SQL을 다시 쓴다 75~76일차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→ filter / unnest(semi·anti) / 조인 제거 · OR-expansion · push_subq · view merging · pushdown · bloom · 공식 매뉴얼 § Query Transformations ↗</a:t>
            </a:r>
            <a:endParaRPr lang="en-US" sz="16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 서브쿼리 4종 — 어디에 있느냐로 갈린다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113</a:t>
            </a:r>
            <a:endParaRPr lang="en-US" sz="900" dirty="0"/>
          </a:p>
        </p:txBody>
      </p:sp>
      <p:graphicFrame>
        <p:nvGraphicFramePr>
          <p:cNvPr id="1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103120"/>
          <a:ext cx="10506456" cy="2066544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위치·동작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nested subquery (중첩)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서브쿼리를 한 번 수행해 main query를 수행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correlated subquery (상호관련)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main query의 컬럼을 서브쿼리가 사용 — main 행 수만큼 서브쿼리 반복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inline view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FROM 절의 서브쿼리 — 가상 집합(가상 테이블) 생성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scalar subquery (스칼라)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SELECT 절 컬럼 위치 — 하나의 값만 리턴, cache 기능 제공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4352544"/>
            <a:ext cx="10506456" cy="1316736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471416"/>
            <a:ext cx="73152" cy="10789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55371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용어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5010912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"쿼리 블록 보세요"라고 하면 서브쿼리를 확인하면 된다. 메인쿼리의 컬럼이 서브쿼리 안에 있으면 그게 상호관련 서브쿼리다.</a:t>
            </a:r>
            <a:endParaRPr lang="en-US" sz="13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8.2 filter 방식 — 반복이지만, 캐시가 구한다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235708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no_unnest 힌트로 서브쿼리를 변환 없이 filter 방식 으로 돌리면(인덱스 없는 상태):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223260"/>
            <a:ext cx="10506456" cy="2313432"/>
          </a:xfrm>
          <a:prstGeom prst="roundRect">
            <a:avLst>
              <a:gd name="adj" fmla="val 237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4792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4792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4792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881628"/>
            <a:ext cx="99578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where department_id in (select /*+ no_unnest */ department_id from hr.dept)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| Operation          | Name | Starts | A-Rows | Buffers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1 |  FILTER            |      |    1   |   106  |   47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 |   TABLE ACCESS FULL| EMP  |    1   |   107  |   11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TABLE ACCESS FULL| DEPT |   12   |    11  |   36 |  ← Starts 12 (107이 아니다!)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1 - filter( IS NOT NULL)      3 - filter("DEPARTMENT_ID"=:B1)</a:t>
            </a:r>
            <a:endParaRPr lang="en-US" sz="125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8.2 filter 방식 — 반복이지만, 캐시가 구한다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404872"/>
            <a:ext cx="10506456" cy="2962656"/>
          </a:xfrm>
          <a:prstGeom prst="roundRect">
            <a:avLst>
              <a:gd name="adj" fmla="val 3704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523744"/>
            <a:ext cx="73152" cy="27249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6060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filter operation cache (filter optimization)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063240"/>
            <a:ext cx="995781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FILTER는 메인 루프의 행마다 서브 루프를 돌리는 구조라 NL과 실행 방식이 같다. dept full 1회가 2블록(단독 count(*) 실측 — 본 플랜의 반복 실행에선 회당 3블록으로 찍힘: 36÷12)이니 최악은 107번 × 2 = 214블록 . 그런데 실측은 서브쿼리 수행이 12번 뿐 — 오라클이 filter 조건의 input 값(:B1)을 cache 해서, 같은 department_id가 또 오면 읽지 않고 캐시를 쓴다. emp의 department_id 종류가 12가지(null 제외 11 + 1)라 종류 수만큼만 돌았다. 술어의 :B1 이 이 바인딩의 흔적이고, filter(IS NOT NULL) 은 null 행 제외의 흔적이다.</a:t>
            </a:r>
            <a:endParaRPr lang="en-US" sz="13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8.3 unnest — 서브쿼리를 조인으로 푼다 (semi join)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199132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결과가 보장되면 옵티마이저는 서브쿼리를 조인문으로 변환 한다(unnest). 조인이 되는 순간 액세스 경로·조인 방법·조인 순서를 고를 수 있게 된다 — 73~74일차의 3형제 도구가 전부 열린다. 힌트 unnest / no_unnest 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515868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7719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7719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7719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174236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같은 쿼리, 힌트 없음(인덱스 0) → 옵티마이저가 스스로 unnest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| Operation           | Name | A-Rows | Buffers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1 |  HASH JOIN RIGHT SEMI|     |   106  |   12 |  ← filter 47 → semi 12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 |   TABLE ACCESS FULL | DEPT |    27  |    2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3 |   TABLE ACCESS FULL | EMP  |   107  |   10 |</a:t>
            </a:r>
            <a:endParaRPr lang="en-US" sz="125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8.3 unnest — 서브쿼리를 조인으로 푼다 (semi join)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56232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19385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블록에 힌트를 주는 법 — qb_name(10g~)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239572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unnest된 서브쿼리의 테이블은 메인 힌트에서 이름이 안 잡힌다. 서브쿼리에 qb_name(sub) 로 이름을 붙이고, 메인에서 leading(d@sub, e) · use_nl(e) · full(d@sub) 처럼 @블록이름 으로 지정한다. 이걸로 unnest된 조인의 순서·방법을 3형제 실험처럼 제어했다.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3785616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904488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398678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— 서브쿼리와 조인은 같지 않다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443984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건수부터 다르다(1:m에서 조인은 m쪽 만큼 늘어남). m:1처럼 결과가 보장될 때만 변환이 성립한다. 한쪽 테이블 데이터만 보면 되면 서브쿼리, 양쪽을 비교해야 하면 조인. (select distinct department_id from hr.emp) 를 inline view로 조인하는 식의 우회는 곤란하다 — 함부로 unnest(수동 변환)하지 말 것.</a:t>
            </a:r>
            <a:endParaRPr lang="en-US" sz="13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8.4 조인 제거(join elimination) — 안 읽어도 되는 테이블은 안 읽는다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943100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1:m 관계에서 1쪽 테이블을 참조하지 않으면 (SELECT에 m쪽 컬럼만) 옵티마이저가 1쪽 테이블을 아예 읽지 않는다. 전제: PK(1쪽)·FK(m쪽) 제약조건 이 있어야 작동.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259836"/>
            <a:ext cx="10506456" cy="2569464"/>
          </a:xfrm>
          <a:prstGeom prst="roundRect">
            <a:avLst>
              <a:gd name="adj" fmla="val 213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51586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51586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51586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918204"/>
            <a:ext cx="99578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e.* 만 조회하는 employees⋈departments — DEPT를 읽지 않는다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select e.* from hr.employees e, hr.departments 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where e.department_id = d.department_id;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내부적으로 이 문장이 돌아간다: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select * from hr.employees where department_id is not null;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확인: _optimizer_join_elimination_enabled = TRUE (기본)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비활성화 힌트: no_eliminate_join(d)  (수업 노트 표기 no_eliminated_join은 오타 — 잘못된 힌트는 조용히 무시됨)</a:t>
            </a:r>
            <a:endParaRPr lang="en-US" sz="12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8.4 조인 제거(join elimination) — 안 읽어도 되는 테이블은 안 읽는다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1050645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60904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FK가 있어야 하는 이유 · FK의 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200400"/>
            <a:ext cx="9957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FK가 보장하는 건 "emp의 department_id는 반드시 dept에 존재한다"는 사실 — 그래서 dept를 안 읽어도 결과가 같다고 증명 이 되고, 그때만 제거한다. FK(+not null)를 걸면 ① 데이터 품질이 좋아지고 ② 조인 제거가 돌아간다. null을 포함해야 하면 outer join을 쓰되, null이 포함될 컬럼에 FK를 걸지 않는 관행도 있다(현장에선 버그로 본다). 제약조건 관련 lock 문제 — 미인덱스 FK 상태에서 부모 PK를 갱신/삭제할 때 자식(FK 쪽) 테이블이 잠기던 이슈 — 는 9i에서 완화됐다.</a:t>
            </a:r>
            <a:endParaRPr lang="en-US" sz="13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8.5 semi join &amp; anti join — 만나면 멈추고, 없으면 찾는다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en-US" sz="900" dirty="0"/>
          </a:p>
        </p:txBody>
      </p:sp>
      <p:graphicFrame>
        <p:nvGraphicFramePr>
          <p:cNvPr id="1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semi join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anti join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찾는 것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서브쿼리에 존재하는 메인 행 (IN·EXISTS)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존재하지 않는 행 (NOT IN·NOT EXISTS)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match되면 그 행의 조인 검색을 멈춤 (브레이크)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match되면 버리고, 없으면 결과로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서브쿼리를 조인으로 변환 · 변환된 쪽은 기본적으로 후행(inner) — 단 RIGHT SEMI/ANTI 변형에선 서브쿼리 쪽이 build(선행)로 온다(§8.3의 HASH JOIN RIGHT SEMI가 그 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힌트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nl_sj · merge_sj · hash_sj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nl_aj · merge_aj · hash_aj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1248" y="3986784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4105656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1288" y="418795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플랜에서 읽는 신호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61288" y="4645152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operation에 SEMI / ANTI 가 붙는다(예: HASH JOIN RIGHT SEMI ). merge_sj의 SORT UNIQUE 는 정렬이 아니라 m쪽을 1쪽 집합처럼 중복 제거 하는 작업이다. semi가 일반 조인보다 유리한 이유 = 짝을 하나 찾으면 더 안 뒤진다 — 인위적으로 distinct를 만들 필요가 없다.</a:t>
            </a:r>
            <a:endParaRPr lang="en-US" sz="13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8.5 semi join &amp; anti join — 만나면 멈추고, 없으면 찾는다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53512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7238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1546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 IN의 null 함정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611880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결과에 null이 하나라도 있으면 NOT IN은 아무것도 반환하지 않는다 (AND 진리표: x != null 은 UNKNOWN). 그래서 anti join 실습에서 where department_id is not null 을 서브쿼리에 넣거나 NOT EXISTS로 쓴다. 면접·실무 단골.</a:t>
            </a:r>
            <a:endParaRPr lang="en-US" sz="13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8.6 anti join이 null을 배웠다 — ANTI NA와 LNNVL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10g까지는 NOT IN 서브쿼리가 anti join으로 풀리지 않았다 — 조인 컬럼에 is not null 을 명시해야만 anti가 됐다. 지금(19c)은 힌트 없이 NOT IN을 던져도 플랜에 MERGE JOIN ANTI NA 가 뜬다 — NA = Null-Aware , null의 의미(전멸)를 지키면서 anti join 구조로 도는 변환이다(그래서 결과는 여전히 0건, A-Rows 0).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712464"/>
            <a:ext cx="10506456" cy="2313432"/>
          </a:xfrm>
          <a:prstGeom prst="roundRect">
            <a:avLst>
              <a:gd name="adj" fmla="val 237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96849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96849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96849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370832"/>
            <a:ext cx="99578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① is not null 명시 → 보통 anti (16행)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1 |  HASH JOIN ANTI  |              | A-Rows 16 | Buffers 3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② 명시 없이 NOT IN (19c) → null-aware anti (0행 — null 의미 유지)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MERGE JOIN ANTI NA |           | A-Rows  0 | Buffers 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③ no_unnest → filter 방식 (Buffers 57, EMP full을 Starts 27)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1 - filter( IS NULL)   3 - filter(LNNVL("DEPARTMENT_ID"&lt;&gt;:B1))</a:t>
            </a:r>
            <a:endParaRPr lang="en-US" sz="125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8.6 anti join이 null을 배웠다 — ANTI NA와 LNNVL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LNNVL 읽는 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LNNVL(조건) = 조건이 거짓이거나 판정 불가(null) 면 참. 그래서 LNNVL("DEPARTMENT_ID"&lt;&gt;:B1) = department_id is null or department_id = :B1 , LNNVL("DEPARTMENT_ID"=20) = department_id &lt;&gt; 20 or department_id is null . NOT IN의 null 의미를 술어 한 줄로 지키는 장치 — 아래 OR-expansion에서도 그대로 다시 나온다.</a:t>
            </a:r>
            <a:endParaRPr lang="en-US" sz="13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8.7 OR-expansion — or를 union all로 다시 쓴다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997964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job_id = 'IT_PROG' or department_id = 20 — or가 걸치면 옵티마이저는 인덱스 둘 중 하나로 못 정하고 full table scan (Buffers 7)을 잡기 쉽다. 그런데 각각은 인덱스로 4씩이다. OR-expansion = 사용자가 쿼리를 직접 바꾸지 않아도 or 조건을 union all 형태 로 변환해 가지마다 index range scan을 태우는 기능.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973068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42291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42291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42291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631436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use_concat 힌트 → CONCATENATION (Buffers 6)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CONCATENATION     |                 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 |   TABLE ACCESS ... | EMP_DEPARTMENT_IX |  ← department_id=20 가지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4 |   TABLE ACCESS ... | EMP_JOB_IX        |  4 - filter(LNNVL("DEPARTMENT_ID"=20))</a:t>
            </a:r>
            <a:endParaRPr lang="en-US" sz="12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8.7 OR-expansion — or를 union all로 다시 쓴다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56232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19385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LNNVL이 왜 또 나오나 — 중복 제거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2395728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가지를 union all로 합치면 양쪽 조건을 다 만족하는 행이 두 번 나온다. 그래서 둘째 가지에 LNNVL(department_id=20) (= 20이 아니거나 null)을 자동으로 붙여 첫째 가지가 이미 가져간 행을 뺀다 — 수동으로 union all + lnnvl을 쓴 실측(6)과 use_concat(6)이 같은 플랜이 되는 이유. 힌트: use_concat (유도) / no_expand (금지, full 7).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334256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453128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53542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union vs union all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992624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union은 SORT UNIQUE (전체 중복 제거 정렬)가 하나 더 붙는다. OR-expansion이 union all + LNNVL을 쓰는 건 정렬 없이 중복을 피하는 방법이기 때문.</a:t>
            </a:r>
            <a:endParaRPr lang="en-US" sz="13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8.8 같은 술어, 다른 플랜 — FREQUENCY 히스토그램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327148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department_id = ? 인데 — 10(1행)은 index 3블록, 50(45행)은 full 9블록 . 힌트 없이 옵티마이저가 값을 보고 접근 경로를 갈랐고, E-Rows도 45로 정확했다. 무엇을 보고 갈랐는지는 통계에 있다: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643884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89991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89991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89991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302252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select column_name, num_distinct, num_buckets, histogram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from dba_tab_columns where table_name='EMPLOYEES';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DEPARTMENT_ID   11   11  FREQUENCY   ← 값 종류 11개, 버킷 11개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JOB_ID          19   19  FREQUENCY   · LAST_NAME 102 FREQUENCY ...</a:t>
            </a:r>
            <a:endParaRPr lang="en-US" sz="125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8.8 같은 술어, 다른 플랜 — FREQUENCY 히스토그램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1050645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60904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히스토그램 = 값별 분포표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200400"/>
            <a:ext cx="9957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FREQUENCY 히스토그램 은 값 종류마다 버킷 하나 — "50번 부서는 45명, 10번 부서는 1명"을 옵티마이저가 안다. 그래서 같은 술어라도 값에 따라 index/full을 바꿔 태운다 . job_id = 'IT_PROG' or department_id = 50 으로 OR-expansion을 걸면 job 가지는 index, 50 가지는 full — 가지마다 다른 접근 (13)을 조합한다. 인덱스를 강제해도(9) full(9)과 같았다 — 45행이면 인덱스 이득이 없다. 통계·히스토그램 본편은 로드맵 09에서.</a:t>
            </a:r>
            <a:endParaRPr lang="en-US" sz="13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8.9 pushing subquery — 서브쿼리 필터를 앞 단계로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997964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emp⋈dept 조인에 exists (London인 location) 서브쿼리를 단 3테이블 문장. no_unnest 로 filter 방식을 강제하면 서브쿼리 필터가 맨 마지막 에 돈다 — MERGE JOIN으로 106행을 다 만들어 놓고 걸러낸다(Buffers 25). push_subq 는 unnest 안 된 서브쿼리의 처리 순서를 제어해 가능한 앞 단계에서 먼저 필터링한다: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973068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42291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42291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42291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631436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exists(select /*+ no_unnest push_subq */ ...) → dept를 읽는 단계에서 먼저 거름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 TABLE ACCESS FULL | DEPARTMENTS |  27→1행  3 - filter( IS NOT NULL)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5 |      INDEX UNIQUE SCAN| LOC_ID_PK  |  Starts 7  5 - access("LOCATION_ID"=:B1)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6 |    INDEX RANGE SCAN  | EMP_DEPARTMENT_IX |  ← 1행만 NL로 (Buffers 24)</a:t>
            </a:r>
            <a:endParaRPr lang="en-US" sz="125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8.9 pushing subquery — 서브쿼리 필터를 앞 단계로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Buffers보다 구조를 봐라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25→24로 숫자는 비슷하지만 구조가 다르다 — 다음 단계로 넘어가는 행 수가 106 → 1 . 데이터가 크면 이 차이가 곧 비용이다. "실행계획상 가능한 앞 단계에서 서브쿼리 필터링을 먼저 처리해 다음 수행 단계로 넘어가는 행 수를 줄인다"가 push_subq의 정의 그 자체. 참고로 힌트 없이 두면 옵티마이저는 아예 unnest해서 locations를 driving으로 3중 NL(7)을 만든다.</a:t>
            </a:r>
            <a:endParaRPr lang="en-US" sz="13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8.9 pushing subquery — 서브쿼리 필터를 앞 단계로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플랜 재구성 연습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플랜의 Id 3·4·5만 수행하는 SQL을 직접 써보기: select /*+ full(d) */ * from hr.departments d where exists(select /*+ no_unnest */ 'x' from hr.locations where location_id = d.location_id and city='London') → FILTER + full(dept) + LOC_ID_PK(:B1). 실행계획을 보고 SQL로 되짚는 연습을 많이 하라는 게 강사 강조.</a:t>
            </a:r>
            <a:endParaRPr lang="en-US" sz="13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8.10 view merging — 뷰를 해체해 메인과 통합한다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386584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인라인 뷰 둘을 조인해도 플랜에 VIEW가 없다 — 옵티마이저가 뷰를 해체(merging)해서 메인 쿼리와 통합 했기 때문. 뷰 없이 직접 쓴 조인과 plan hash까지 동일 하다. 힌트 merge / no_merge .</a:t>
            </a:r>
            <a:endParaRPr lang="en-US" sz="1600" dirty="0"/>
          </a:p>
        </p:txBody>
      </p:sp>
      <p:graphicFrame>
        <p:nvGraphicFramePr>
          <p:cNvPr id="1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703320"/>
          <a:ext cx="10506456" cy="1682496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조건·동작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simple view merging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뷰 안에 group by·distinct가 없으면 해체 후 통합 — 직접 조인과 같은 플랜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complex view merging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group by·distinct가 있어도 해체( _complex_view_merging=TRUE ) — 조인 먼저, HASH GROUP BY를 꼭대기로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merging 불가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뷰 안에 union·union all·intersect·minus·connect by·rownum·(group by 없는) 전체 집계·분석함수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8.10 view merging — 뷰를 해체해 메인과 통합한다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929384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048256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13055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TP(Transitive Predicate) — 상수 조건이 조인절을 타고 번진다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2587752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뷰 안의 d.department_id = 20 이 조인절 e.department_id = d.department_id 를 타고 emp 쪽에도 access("E"."DEPARTMENT_ID"=20) 를 생성 한다 — 내가 안 쓴 상수 조건이 Predicate에 보이면 TP다. 양쪽에 상수를 직접 쓴 문장과 같은 플랜(6블록)이 된다.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251960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370832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45312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no_merge를 걸면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910328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플랜에 VIEW operation이 나타나고 뷰가 독립 집합으로 처리된다(HASH JOIN). 변환을 끊고 뷰 경계를 지키고 싶을 때 쓰는 스위치이자, 아래 pushdown 실험의 준비물.</a:t>
            </a:r>
            <a:endParaRPr lang="en-US" sz="13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8.11 조인 조건 pushdown &amp; bloom filter — 뷰 안으로, 조인 전에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평균급여 group by 뷰를 location_id = 1800 인 부서(1곳)와 조인하는 문장 — 뷰를 no_merge 로 고정하면 뷰가 emp 107행 전체를 group by 한 뒤에야 조인한다(Buffers 8). 조인 조건 pushdown ( push_pred )은 조인 조건절을 뷰 쿼리 블록 안으로 넣어, driving에서 읽은 조인 컬럼 값을 뷰 안에서 참조하게 한다: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712464"/>
            <a:ext cx="10506456" cy="2313432"/>
          </a:xfrm>
          <a:prstGeom prst="roundRect">
            <a:avLst>
              <a:gd name="adj" fmla="val 237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96849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96849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96849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370832"/>
            <a:ext cx="99578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push_pred → 뷰 안에서 d의 department_id로 바로 인덱스 (Buffers 5)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4 |   VIEW PUSHED PREDICATE |            |  ← 뷰 안으로 조인 조건이 들어감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8 |       INDEX RANGE SCAN | EMP_DEPARTMENT_IX | 8 - access("DEPARTMENT_ID"="D"."DEPARTMENT_ID")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no_push_pred → 뷰 전체 group by 후 HASH JOIN (8) ... 대신 bloom filter 등장: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 |   JOIN FILTER CREATE | :BF0000 |   |  7 |  JOIN FILTER USE | :BF0000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8 - filter(SYS_OP_BLOOM_FILTER(:BF0000,"DEPARTMENT_ID"))  ← EMP 107행 → 2행</a:t>
            </a:r>
            <a:endParaRPr lang="en-US" sz="125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8.11 조인 조건 pushdown &amp; bloom filter — 뷰 안으로, 조인 전에 76일차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1050645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60904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bloom filter — 조인 전에 거르는 요약 필터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200400"/>
            <a:ext cx="9957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hash join 시 build(선행) 집합의 조인 키를 비트 요약(:BF0000)으로 만들어 probe(후행) 쪽에 미리 배포 — probe 집합에서 조인에 참여할 가망이 없는 행을 조인 전에 걸러 건수를 줄인다. 실측에서 EMP full 107행이 JOIN FILTER USE를 거치며 2행 만 올라왔다. 힌트 px_join_filter / no_px_join_filter (걸면 107행 그대로). 오늘 하루의 공통 문법이 이것 — 변환의 방향은 언제나 "더 앞 단계에서, 더 적은 행으로" .</a:t>
            </a:r>
            <a:endParaRPr lang="en-US" sz="13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8.12 조건절 pushdown &amp; pullup — 상수 조건도 이동한다 77일차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327148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어제(§8.11)는 조인 조건 을 뷰 안으로 넣었다. 오늘은 상수 조건절 — group by 복합 뷰의 merging이 실패했을 때, 조건절 pushdown 은 쿼리 블록 밖 의 조건절을 안 으로 넣어 group by 할 데이터양을 줄인다: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643884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89991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89991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89991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302252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뷰 밖의 where department_id = 20 이 뷰 안으로 들어갔다 (Buffers 2)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SORT GROUP BY NOSORT        |                   |  ← 정렬 없는 group by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 INDEX RANGE SCAN          | EMP_DEPARTMENT_IX |  3 - access("DEPARTMENT_ID"=20)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where를 뷰 안에 직접 쓴 문장과 plan hash까지 동일(2036705853) · 뷰 단독 group by는 107행/6블록</a:t>
            </a:r>
            <a:endParaRPr lang="en-US" sz="125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8.12 조건절 pushdown &amp; pullup — 상수 조건도 이동한다 77일차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404872"/>
            <a:ext cx="10506456" cy="2962656"/>
          </a:xfrm>
          <a:prstGeom prst="roundRect">
            <a:avLst>
              <a:gd name="adj" fmla="val 3704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523744"/>
            <a:ext cx="73152" cy="27249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6060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조건절 pullup — 안의 조건을 꺼내 반대편 뷰에 다시 넣는다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063240"/>
            <a:ext cx="995781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by 뷰 a(=20 조건 있음)와 b(조건 없음)를 조인하면 — a 안 의 department_id=20 을 밖으로 끌어냈다가(pullup) b 안으로 다시 밀어 넣는다 . Predicate에 5 - access(=20) · 9 - access(=20) 가 양쪽 뷰에 찍히고 b도 107행 group by를 면한다(Buffers 4). 이 이동 전체를 제어하는 파라미터가 _pred_move_around (기본 TRUE) — false로 끄면 b가 107행 전체를 group by(8)하고, 그 상태에서 push_pred(b) 를 주면 §8.11의 조인 조건 pushdown(VIEW PUSHED PREDICATE, 4)이 대신 일한다.</a:t>
            </a:r>
            <a:endParaRPr lang="en-US" sz="13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8.12 조건절 pushdown &amp; pullup — 상수 조건도 이동한다 77일차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SORT GROUP BY NOSORT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인덱스(EMP_DEPARTMENT_IX)가 group by 키 순서로 값을 주니 정렬 없이 그룹 경계만 끊는다. "인덱스가 정렬을 대체한다"(§5.5 ORDER BY 흡수 → §7.9 SORT JOIN 생략)의 세 번째 재등장.</a:t>
            </a:r>
            <a:endParaRPr lang="en-US" sz="13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8.13 집계 서브쿼리 제거 — 상호관련 집계 서브쿼리가 분석함수로 77일차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034540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"자기 부서 평균보다 급여가 높은 사원" — e.salary &gt; (select avg(salary) ... where department_id = d.department_id) . 옵티마이저가 이 집계 상호관련 서브쿼리를 unnesting해 메인 쿼리의 분석함수로 변환 한다(제어: _remove_aggr_subquery , 기본 TRUE):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680460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9364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9364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9364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338828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기본(TRUE): 분석함수 변환 — Buffers 8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1 |  VIEW          | VW_WIF_1 |  1 - filter("VW_COL_5" IS NOT NULL)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 |   WINDOW BUFFER|          |  ← avg() over(partition by ...)의 흔적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false: 서브쿼리를 group by 뷰(VW_SQ_1)로 unnest 후 조인 — Buffers 17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6 |     VIEW       | VW_SQ_1  |  EMP를 두 번 읽는다(107+107)</a:t>
            </a:r>
            <a:endParaRPr lang="en-US" sz="125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8.13 집계 서브쿼리 제거 — 상호관련 집계 서브쿼리가 분석함수로 77일차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1050645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60904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분석함수 쪽이 싼가 — EMP를 한 번만 읽는다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200400"/>
            <a:ext cx="9957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서브쿼리 unnest 방식(VW_SQ_1)은 평균 계산용으로 EMP 전체를 한 번, 본문용으로 또 한 번 — 같은 테이블을 두 번 읽는다(17). 분석함수 변환(VW_WIF_1)은 조인 결과 위에서 avg() over(partition by department_id) 를 계산하고 case ... IS NOT NULL 로 거르므로 EMP를 한 번만 읽는다(8). 수동으로도 같은 문장을 만들 수 있다 — 분석함수+case를 인라인 뷰로 감싸고 밖에서 case_sal is not null (plan hash가 자동 변환과 같은 모양).</a:t>
            </a:r>
            <a:endParaRPr lang="en-US" sz="13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8.14 분석함수 도구상자 — over() · rank · top-n · listagg 77일차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en-US" sz="900" dirty="0"/>
          </a:p>
        </p:txBody>
      </p:sp>
      <p:graphicFrame>
        <p:nvGraphicFramePr>
          <p:cNvPr id="1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468880"/>
          <a:ext cx="10506456" cy="2834640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sum(salary) over()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합 — 각 행 옆에 같은 값 반복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sum(salary) over(order by employee_id)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 합 (running total)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sum(salary) over(partition by department_id)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부서별 합 · order by까지 붙이면 부서별 누적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rank() over(order by salary desc)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 — 동점이면 다음 순위에 갭 (1,1,3…)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dense_rank() over(...)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 — 동점이어도 연이은 순위 (1,1,2…)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listagg(last_name, ',') within group (order by ...)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행의 값을 가로 한 줄로 연결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8.14 분석함수 도구상자 — over() · rank · top-n · listagg 77일차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1050645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60904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top-n의 rownum 함정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200400"/>
            <a:ext cx="9957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rownum &lt;= 10 order by salary desc 는 랜덤 10건을 먼저 뽑고 나서 정렬한다(rownum이 order by보다 먼저 적용). 올바른 top-n: ① 인라인 뷰에서 order by 후 밖에서 rownum &lt;= 10 ② rank() over(order by salary desc) 를 뷰로 감싸 rank &lt;= 10 (동점 처리까지). 부서 이름별 최고 급여자도 같은 패턴 — rank() over(partition by ... )=1 또는 case salary = max() over(...) .</a:t>
            </a:r>
            <a:endParaRPr lang="en-US" sz="13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 &amp; 통계 — 판단의 재료 77~78일차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RBO→CBO · 시스템 통계 · 3단 파이프라인 · 히스토그램 · 자동 수집 · 통계 시간 여행 · 공식 매뉴얼 § Optimizer Statistics Concepts ↗</a:t>
            </a:r>
            <a:endParaRPr lang="en-US" sz="16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9.1 RBO에서 CBO로 — 규칙이 아니라 비용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142</a:t>
            </a:r>
            <a:endParaRPr lang="en-US" sz="900" dirty="0"/>
          </a:p>
        </p:txBody>
      </p:sp>
      <p:graphicFrame>
        <p:nvGraphicFramePr>
          <p:cNvPr id="1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737360"/>
          <a:ext cx="10506456" cy="1682496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RBO (Rule Based)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CBO (Cost Based)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결정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미리 정해진 규칙의 순위 대로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 비용을 예측 해 최저 비용 선택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 사용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 함 — 인덱스가 있으면 테이블 크기·인덱스 효율을 무시하고 사용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OBJECT 통계 + 시스템 통계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10g부터 지원 중단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oracle 7부터 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3602736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721608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380390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CBO가 보는 통계 — 어디에 저장되나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261104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OBJECT 통계 : 테이블( sys.tab$ ·dba_tables·dba_tab_statistics) · 컬럼( sys.col$ ·dba_tab_columns) · 인덱스( sys.ind$ ·dba_indexes). 시스템 통계 ( sys.aux_stats$ ): CPU 속도·디스크 I/O 성능. §8.8의 히스토그램(값별 분포)이 컬럼 통계의 일부다. RBO가 놓치던 "테이블 크기·인덱스 효율"이 전부 여기 있다.</a:t>
            </a:r>
            <a:endParaRPr lang="en-US" sz="13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9.2 시스템 통계 — 하드웨어를 아는 옵티마이저 (aux_stats$)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319272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9i부터 하드웨어 특성(I/O·CPU 성능)을 수집해 비용 계산에 반영한다. _optimizer_cost_model = CHOOSE : 시스템 통계가 있으면 CPU 모델, 없으면 I/O 모델.</a:t>
            </a:r>
            <a:endParaRPr lang="en-US" sz="16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9.2 시스템 통계 — 하드웨어를 아는 옵티마이저 (aux_stats$)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144</a:t>
            </a:r>
            <a:endParaRPr lang="en-US" sz="900" dirty="0"/>
          </a:p>
        </p:txBody>
      </p:sp>
      <p:graphicFrame>
        <p:nvGraphicFramePr>
          <p:cNvPr id="1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276856"/>
          <a:ext cx="10506456" cy="3218688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noworkload (10g, 수집 없이도 기본 제공)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CPUSPEEDNW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CPU 속도(백만 연산/초) — 실측 2547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IOSEEKTIM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디스크 헤드 이동 시간(보편 5~15ms) — 실측 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IOTFRSPEED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I/O 서브시스템에서 읽는 속도(byte/ms) — 실측 4096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workload (9i, 실제 부하에서 수집)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SREADTIM / MREADTIM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single / multi block I/O 속도(ms)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CPUSPEED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CPU 초당 연산 수(백만/초)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MBRC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multiblock I/O 시 평균으로 읽은 블록 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MAXTHR / SLAVETHR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I/O 최대 처리량 / 병렬 slave 평균 처리량(byte/초)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9.2 시스템 통계 — 하드웨어를 아는 옵티마이저 (aux_stats$)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729484"/>
            <a:ext cx="10506456" cy="2313432"/>
          </a:xfrm>
          <a:prstGeom prst="roundRect">
            <a:avLst>
              <a:gd name="adj" fmla="val 237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98551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98551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98551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387852"/>
            <a:ext cx="99578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수집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exec dbms_stats.gather_system_stats(gathering_mode=&gt;'NOWORKLOAD')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exec dbms_stats.gather_system_stats(gathering_mode=&gt;'start')  -- 부하 구간 시작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exec dbms_stats.gather_system_stats(gathering_mode=&gt;'stop')   -- 끝 (또는 interval=&gt;120)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개발 DB 통계를 운영에 반영 (동일 판단 환경 만들기)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exec dbms_stats.set_system_stats('SREADTIM', 1.2)  -- MREADTIM·MBRC·CPUSPEED·MAXTHR·SLAVETHR 동일</a:t>
            </a:r>
            <a:endParaRPr lang="en-US" sz="125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 optimizer_mode — 전체 처리율이냐, 첫 응답이냐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146</a:t>
            </a:r>
            <a:endParaRPr lang="en-US" sz="900" dirty="0"/>
          </a:p>
        </p:txBody>
      </p:sp>
      <p:graphicFrame>
        <p:nvGraphicFramePr>
          <p:cNvPr id="1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852928"/>
          <a:ext cx="10506456" cy="2066544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최적화 목표·용도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all_rows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처리율 최적화(10g 기본값) — DSS·batch성 업무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first_rows / first_rows_n (1·10·100·1000)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응답속도 최적화 — OLTP. 처음 n건이 나올 때까지의 시간을 줄인다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choose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 있으면 all_rows, 없으면 rule (9i 기본값)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rule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 무관 RBO — 지금은 학습·호환용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 optimizer_mode — 전체 처리율이냐, 첫 응답이냐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쿼리, 모드만 바꿨더니 — full 9 vs index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department_id = 50 (45행): all_rows 는 전체 처리율 기준이라 full scan(9) . first_rows(10) 힌트를 주면 "처음 10건만 빨리"가 목표라 INDEX RANGE SCAN 을 태운다(E-Rows도 10으로) — Buffers 총량은 같아도(9) 첫 행이 나오는 시점이 다르다. 세션/시스템 레벨: alter session set optimizer_mode = first_rows_10 .</a:t>
            </a:r>
            <a:endParaRPr lang="en-US" sz="13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 optimizer_mode — 전체 처리율이냐, 첫 응답이냐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옵티마이저에게 영향을 주는 요소 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오라클 버전( v$version · optimizer_features_enable ) · 옵티마이저 파라미터( v$sys_optimizer_env ) · 통계 정보 · 힌트 · SQL 연산자 · 인덱스 설계 · 제약 조건. 지금까지 배운 것들이 전부 이 목록 안에 있다(제약 조건→조인 제거, 힌트→3형제, 연산자→인덱스 무력화).</a:t>
            </a:r>
            <a:endParaRPr lang="en-US" sz="13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9.4 실행계획이 만들어지는 3단계 — Transformer · Estimator · Plan Generator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057400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 내부는 3단 파이프라인이다: Query Transformer (최적화하기 쉬운 형태로 SQL 변환 — 결과 동일이 보장될 때만, Part 08 전체가 이 단계) → Estimator (실행계획 전체의 총 비용 계산) → Plan Generator (후보 실행계획들 생성). 그 뒤 Row Source Generator 가 최적 계획을 받아 실행 가능한 형태로 출력한다. 공식 매뉴얼 § SQL Processing ↗</a:t>
            </a:r>
            <a:endParaRPr lang="en-US" sz="1600" dirty="0"/>
          </a:p>
        </p:txBody>
      </p:sp>
      <p:graphicFrame>
        <p:nvGraphicFramePr>
          <p:cNvPr id="1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4032504"/>
          <a:ext cx="10506456" cy="1682496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Estimator의 세 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정의 · 계산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selectivity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조건으로 선택될 것으로 예상되는 행 비율 — 등호(=) 조건·히스토그램 없음 기준으로 1 / num_distinct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cardinality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액세스 단계를 거친 뒤 나올 예상 건수 = 총 행수 × selectivity — 플랜의 E-Rows가 바로 이 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 실행에 필요한 표준화된 I/O에 대한 최적 예측 비용 ( _optimizer_cost_model =CHOOSE: 8i I/O → 10g CPU 비용)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9.4 실행계획이 만들어지는 3단계 — Transformer · Estimator · Plan Generator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395728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E-Rows를 손으로 계산해보기 (num_rows=107)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select num_rows, column_name, num_distinct, 1/num_distinct selectivity,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num_rows/num_distinct cardinality, histogram from dba_tables t, dba_tab_columns c ...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JOB_ID          19   .052631579   5.63157895   ← job 하나당 예상 6명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DEPARTMENT_ID   11   .090909091   9.72727273   ← 부서 하나당 예상 10명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3977640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096512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417880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E-Rows의 정체가 풀렸다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463600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73일차부터 봐온 E-Rows는 마법이 아니라 산수 였다 — 총 행수 107 ÷ 값 종류 수. 히스토그램이 없으면 옵티마이저는 모든 값이 균등하게 분포한다고 가정 하고 이 나눗셈 하나로 추정한다. 그래서 부서 10번(실제 1명)도 50번(실제 45명)도 똑같이 E-Rows 10 — 균등 가정의 한계가 다음 절의 주제다.</a:t>
            </a:r>
            <a:endParaRPr lang="en-US" sz="13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9.5 통계가 없으면 — dynamic sampling, 균등 가정의 민낯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729484"/>
            <a:ext cx="10506456" cy="2313432"/>
          </a:xfrm>
          <a:prstGeom prst="roundRect">
            <a:avLst>
              <a:gd name="adj" fmla="val 237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98551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98551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98551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387852"/>
            <a:ext cx="995781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① 통계 삭제 후 실행 — 옵티마이저가 즉석 샘플링으로 버틴다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exec dbms_stats.delete_table_stats('hr','emp')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Note:  - dynamic statistics used: dynamic sampling (level=2)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② size 1(히스토그램 없이) 수집 — 균등 가정으로 계산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exec dbms_stats.gather_table_stats('hr','emp',method_opt=&gt;'for all columns size 1')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job_id='IT_PROG' → E-Rows 6 (107/19 반올림) · department_id=10 → E-Rows 10 (107/11) vs 실제 1</a:t>
            </a:r>
            <a:endParaRPr lang="en-US" sz="125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9.5 통계가 없으면 — dynamic sampling, 균등 가정의 민낯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플랜의 Note는 통계의 건강 상태 표시등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통계를 지우면 플랜 Note에 dynamic statistics used: dynamic sampling (level=2) 가 뜬다 — 파싱 시점에 즉석으로 샘플을 떠서 추정했다는 뜻. 운영에서 이 Note가 보이면 "이 테이블 통계가 없거나 부족하다"는 신호다. size 1로 수집하면 Note는 사라지지만 균등 가정 이라 치우친 분포(부서 50번=45명 vs 10번=1명)에선 E-Rows가 크게 빗나간다.</a:t>
            </a:r>
            <a:endParaRPr lang="en-US" sz="13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9.6 히스토그램 만들기 — method_opt 사용법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990088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조건절에 자주 쓰이면서 분포가 균일하지 않은 컬럼에 히스토그램을 만든다. 버킷 수 최대 2048 (11g는 254). 유형: Frequency (도수분포, 값의 수 = 버킷 수) / height balanced (높이균형, 값의 수 &gt; 버킷 수) — 수업 기준의 고전 2유형이며, 12c부터는 hybrid·top frequency가 추가되고 height balanced는 잘 만들어지지 않는다.</a:t>
            </a:r>
            <a:endParaRPr lang="en-US" sz="16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9.6 히스토그램 만들기 — method_opt 사용법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154</a:t>
            </a:r>
            <a:endParaRPr lang="en-US" sz="900" dirty="0"/>
          </a:p>
        </p:txBody>
      </p:sp>
      <p:graphicFrame>
        <p:nvGraphicFramePr>
          <p:cNvPr id="1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468880"/>
          <a:ext cx="10506456" cy="2834640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method_opt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'for all columns size 1'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히스토그램을 만들지 않겠다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'for columns size 20 job_id'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특정 컬럼에만 (여러 컬럼: job_id,department_id · 컬럼별 버킷: ... size 12 )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'for all columns size 254'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모든 컬럼에 히스토그램 — 주의!! (필요 없는 컬럼까지)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size repeat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기존에 히스토그램이 있는 컬럼에만 다시 생성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size auto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조건절 사용 비중( sys.col_usage$ ) 과 데이터 분포 치우침을 함께 보고 필요한 컬럼에만 생성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size skewonly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분포를 분석해 균일하지 않은 컬럼에만 생성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9.6 히스토그램 만들기 — method_opt 사용법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542032"/>
            <a:ext cx="10506456" cy="2688336"/>
          </a:xfrm>
          <a:prstGeom prst="roundRect">
            <a:avLst>
              <a:gd name="adj" fmla="val 40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660904"/>
            <a:ext cx="73152" cy="24505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7432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— 히스토그램이 E-Rows를 바로잡는 순간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200400"/>
            <a:ext cx="9957816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job_id에 히스토그램을 만들자( size 20 job_id ) IT_PROG 의 E-Rows가 균등 가정 6에서 5(실제와 일치) 로 바뀌고 플랜도 EMP_JOB_IDX 인덱스를 탄다. 이어 department_id에도 만들자 부서 10번의 E-Rows가 10 → 1(정확) . 단 노트 실측에서 SA_REP (30명)과 부서 50번(45명)은 여전히 E-Rows 10으로 찍혔다 — 수업 노트에 설명이 없는 부분이라 홈랩 재확인 권장 (shared_pool flush 직후의 커서 상태 영향 가능성 등은 추정일 뿐).</a:t>
            </a:r>
            <a:endParaRPr lang="en-US" sz="13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9.7 수집 운영 옵션 — no_invalidate · cascade · degree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</a:t>
            </a:r>
            <a:endParaRPr lang="en-US" sz="900" dirty="0"/>
          </a:p>
        </p:txBody>
      </p:sp>
      <p:graphicFrame>
        <p:nvGraphicFramePr>
          <p:cNvPr id="1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020824"/>
          <a:ext cx="10506456" cy="1682496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옵션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no_invalidate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library cache의 연관 LCO 무효화 여부 — true(무효화 안 함) / false(즉시 무효화) / dbms_stats.auto_invalidate ( 기본값 , 정해진 시간 동안 조금씩 — _optimizer_invalidation_period =18000초)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cascade=&gt;true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테이블 통계와 함께 관련 인덱스 통계도 수집 (단독: gather_index_stats('hr','emp_dept_idx') 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degree=&gt;2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 수집을 병렬로 수행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3886200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4005072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61288" y="408736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무효화가 문제인가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61288" y="4544568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통계를 새로 수집하면 그 통계로 만든 기존 커서(LCO)들이 낡은 판단이 된다. 즉시 전부 무효화(false)하면 hard parse 폭풍, 안 하면(true) 낡은 플랜 지속 — 그래서 기본값은 18000초에 걸쳐 조금씩 무효화하는 auto_invalidate다.</a:t>
            </a:r>
            <a:endParaRPr lang="en-US" sz="13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9.8 자동 통계 수집 — 밤에 돌고, stale을 찾아낸다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496312"/>
            <a:ext cx="1050645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통계 수집은 10g부터(당시 이름 GATHER_STATS_JOB) — 지금 형태인 auto optimizer stats collection · dba_autotask_client ·아래 윈도우 체계는 11g 이후 다. 유지보수 윈도우에서 자동으로 돈다(ENABLED 확인). 윈도우는 평일 22시부터 4시간, 주말 6시부터 20시간 ( dba_scheduler_windows ) — DBMS_SCHEDULER.SET_ATTRIBUTE 로 시각(repeat_interval)·길이(duration, numtodsinterval)를 바꿀 수 있다. 수집 대상: ① 한 번도 통계 수집하지 않은 테이블( last_analyzed is null ) ② 마지막 수집 이후 10% 변화율 이 생긴 테이블.</a:t>
            </a:r>
            <a:endParaRPr lang="en-US" sz="16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9.8 자동 통계 수집 — 밤에 돌고, stale을 찾아낸다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473452"/>
            <a:ext cx="10506456" cy="2825496"/>
          </a:xfrm>
          <a:prstGeom prst="roundRect">
            <a:avLst>
              <a:gd name="adj" fmla="val 1942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72948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72948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72948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131820"/>
            <a:ext cx="995781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stale 추적 실험: insert 2건 → update 15건 → delete 5건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select * from dba_tab_modifications where table_name='EMP';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INSERTS 2  UPDATES 15  DELETES 5   ← DML 누적 카운터 (수집하면 리셋)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select stale_stats from dba_tab_statistics where table_name='EMP';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STALE_STATS: NO → (10% 초과 변경 후) YES → (재수집 후) NO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임계치 변경(기본 10%) · 수집 잠금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exec dbms_stats.set_table_prefs('hr','emp','stale_percent','40')  -- dba_tab_stat_prefs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SYS&gt; exec dbms_stats.lock_table_stats('hr','emp')  -- stattype_locked=ALL, 수집 차단</a:t>
            </a:r>
            <a:endParaRPr lang="en-US" sz="125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9.8 자동 통계 수집 — 밤에 돌고, stale을 찾아낸다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statistics_level과 이 장치들의 관계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statistics_level=typical (기본)이어야 DML 카운터(dba_tab_modifications)·stale 판정 같은 자체 관리 통계가 수집된다. basic은 수집 안 함(자동 장치들이 눈을 잃는다), all은 OS 정보까지 전부. 자동 수집을 끄려면 dbms_auto_task_admin.disable(client_name=&gt;'auto optimizer stats collection', ...) — DISABLED로 바뀐다.</a:t>
            </a:r>
            <a:endParaRPr lang="en-US" sz="13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9.9 통계의 시간 여행 — export · diff · restore · purge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975104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통계는 수집 이력이 남고( dba_tab_stats_history , 기본 31일 보관), 백업·비교·복원이 된다:</a:t>
            </a:r>
            <a:endParaRPr lang="en-US" sz="1600" dirty="0"/>
          </a:p>
        </p:txBody>
      </p:sp>
      <p:graphicFrame>
        <p:nvGraphicFramePr>
          <p:cNvPr id="1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962656"/>
          <a:ext cx="10506456" cy="2834640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create_stat_table → export_table_stats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통계를 사용자 테이블(stattab)에 백업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diff_table_stats_in_stattab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백업본 vs 현재 통계 비교 리포트 — 실측: ROWS 100 vs 1100, COL1 NDV 100 vs 101, HIST NO vs YES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import_table_stats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백업본으로 되돌리기 (last_analyzed도 export 시점으로)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restore_table_stats('hr','tab','시각')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이력에서 특정 시점으로 복원 — 주의!! 수업 실측에선 히스토그램이 복원되지 않았다 (FREQUENCY→NONE). 단 공식 문서상 복원 제약은 ANALYZE 수집분·사용자 정의 통계뿐이고 히스토그램 이력도 보관되므로, 케이스 의존일 수 있다 — 홈랩 재확인 권장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get_stats_history_availability / _retention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복원 가능한 가장 오래된 시점 / 보유 기간(31일, alter_stats_history_retention(7) 로 변경)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purge_stats(시각) · set_table_stats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시점 이전 이력 삭제 · 통계 값을 수동으로 지정(numrows 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9.9 통계의 시간 여행 — export · diff · restore · purge 78일차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53512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7238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1546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배우나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611880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재수집 후 플랜이 나빠졌을 때(플랜 회귀) "어제의 통계로 돌아가기"가 운영의 실전 카드다. 단 수업 실측에선 히스토그램이 이력 복원에서 빠졌으니(공식 문서와 어긋나는 지점 — 재확인 권장), 히스토그램이 중요한 통계는 export로 백업해두는 쪽이 안전하다.</a:t>
            </a:r>
            <a:endParaRPr lang="en-US" sz="13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공유 &amp; Bind Peeking — 첫 값이 모두의 플랜을 정한다 79일차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literal vs bind · cursor_sharing · bind peeking · adaptive cursor sharing · 공식 매뉴얼 § Cursor Sharing ↗</a:t>
            </a:r>
            <a:endParaRPr lang="en-US" sz="16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공유 &amp; Bind Peeking — 첫 값이 모두의 플랜을 정한다 79일차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997964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파싱은 비싸다(내부구조편 §Parse) — 그래서 오라클은 같은 SQL이면 커서(실행계획)를 공유 한다. 그런데 공유란 "플랜 하나를 여럿이 같이 쓴다"는 뜻이다. 데이터가 치우쳐 있으면(50번 부서 45명, 10번 부서 1명) 그 하나의 플랜이 누군가에게는 최악이 된다. 오늘은 공유의 이득(§10.1~10.2), 함정(§10.3~10.5), 오라클의 해법 ACS(§10.6), 그리고 수동 처방(§10.7).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3973068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42291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42291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42291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4631436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실습 준비: 무작위 순서로 emp 재생성 + 인덱스 2개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hr.emp tablespace users as select * from hr.employees order by dbms_random.value;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unique index hr.emp_idx on hr.emp(employee_id);   -- + PK 제약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index hr.emp_dept_idx on hr.emp(department_id);</a:t>
            </a:r>
            <a:endParaRPr lang="en-US" sz="12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10.1 리터럴 5문장 = 커서 5개 — sql_id는 '텍스트'의 해시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272284"/>
            <a:ext cx="10506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값만 다른 다섯 문장을 리터럴로 실행하면, v$sql에 커서 다섯 개 가 생긴다.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2930652"/>
            <a:ext cx="10506456" cy="2569464"/>
          </a:xfrm>
          <a:prstGeom prst="roundRect">
            <a:avLst>
              <a:gd name="adj" fmla="val 213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18668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18668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18668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589020"/>
            <a:ext cx="99578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hr.emp where employee_id = 100;   -- 101, 102, 103, 104도 각각 실행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SQL_ID        SQL_TEXT                                       PARSE_CALLS LOADS EXECUTIONS  HASH_VALUE PLAN_HASH_VALUE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5g6ygund8wa94 select * from hr.emp where employee_id = 100             1     1          1   445524260      2466118986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9z06k8rm2hfsf select * from hr.emp where employee_id = 101             1     1          1  3861396238      2466118986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2j2qaayc7xh8q select * from hr.emp where employee_id = 102             1     1          1  2558443798      2466118986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fczhk3xx8k3bm select * from hr.emp where employee_id = 103             1     1          1  2055802227      2466118986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dczf7ww35yukm select * from hr.emp where employee_id = 104             1     1          1   106916435      2466118986</a:t>
            </a:r>
            <a:endParaRPr lang="en-US" sz="125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10.1 리터럴 5문장 = 커서 5개 — sql_id는 '텍스트'의 해시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993392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SQL_ID·HASH_VALUE는 전부 다른데 PLAN_HASH_VALUE는 다섯 개 모두 2466118986 — 하는 일(INDEX UNIQUE SCAN → TABLE ACCESS BY INDEX ROWID)은 완전히 같다. LOADS가 1씩이니 hard parse를 5번 한 것이다.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63931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75818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8404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해시 두 개를 구분하라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429768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sql_id / hash_value 는 SQL 텍스트 의 해시, plan_hash_value 는 실행계획 의 해시다. 텍스트가 한 글자라도 다르면 다른 커서 — 같은 플랜을 5번 만들어 shared pool 5자리를 차지하고, 만들 때마다 라이브러리 캐시 latch를 잡는다(내부구조편 hard parse 동시성). 값만 다른 SQL이 수만 개면 이게 그대로 장애 재료다.</a:t>
            </a:r>
            <a:endParaRPr lang="en-US" sz="13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10.2 cursor_sharing=FORCE — 리터럴을 시스템 바인드로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165</a:t>
            </a:r>
            <a:endParaRPr lang="en-US" sz="900" dirty="0"/>
          </a:p>
        </p:txBody>
      </p:sp>
      <p:graphicFrame>
        <p:nvGraphicFramePr>
          <p:cNvPr id="1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116836"/>
          <a:ext cx="10506456" cy="1298448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EXACT (기본값)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SQL문이 똑같은 경우만 커서를 공유한다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FORCE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문자열은 모두 같고 일부 값만 다를 때, 그 값들을 바인드 변수로 대체해 공유 가능한 커서를 만들어 쓴다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1248" y="3598164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161288" y="385419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89888" y="385419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618488" y="385419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61288" y="4256532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session set cursor_sharing = force;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-- 같은 5문장 실행 후 v$sql: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SQL_ID        SQL_TEXT                                              PARSE_CALLS LOADS EXECUTIONS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awdc07c3dg4qv select * from hr.emp where employee_id = :"SYS_B_0"            5     1          5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2 - access("EMPLOYEE_ID"=:SYS_B_0)</a:t>
            </a:r>
            <a:endParaRPr lang="en-US" sz="125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10.2 cursor_sharing=FORCE — 리터럴을 시스템 바인드로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267712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리터럴 100~104가 시스템 바인드 :"SYS_B_0" 으로 치환되어 커서 하나에 5번 실행 (LOADS 1 — hard parse 1번)으로 바뀌었다. employee_id는 unique 컬럼이라 어떤 값이든 1행 — 플랜을 공유해도 손해 볼 사람이 없다. 여기까지는 순수 이득.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91363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403250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41148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FORCE는 응급처치.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457200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애플리케이션이 리터럴을 남발할 때 서버 쪽에서 강제로 바인드화하는 수단이고, 근본 해법은 앱이 바인드 변수를 쓰는 것. 그리고 바로 다음 절부터, 바인드에는 바인드의 함정이 있다.</a:t>
            </a:r>
            <a:endParaRPr lang="en-US" sz="13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10.3 bind peeking — 첫 hard parse가 값을 '훔쳐본다'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바인드 변수의 딜레마: 파싱 시점에는 값을 모른다 → 값을 모르면 히스토그램(§9.6)을 쓸 수 없다. 그래서 _optim_peek_user_binds=TRUE : 바인드 변수를 포함한 SQL이 최초로 실행될 때, 그 바인드 값을 이용해 실행계획을 수립 한다. 문제는 그렇게 정해진 플랜을 이후의 모든 값이 재사용 한다는 것.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383280"/>
            <a:ext cx="10506456" cy="2304288"/>
          </a:xfrm>
          <a:prstGeom prst="roundRect">
            <a:avLst>
              <a:gd name="adj" fmla="val 476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502152"/>
            <a:ext cx="73152" cy="2066544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566160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bind peeking: 첫 실행의 값이 플랜을 정하고, 이후 값들은 soft parse로 그 플랜을 그대로 재사용한다.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" y="4096512"/>
            <a:ext cx="99578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실행 :b_id = 50 · hard parse 시점에 peek · 플랜 확정: FULL · 50 = 45명 → full이 이득 · :b_id = 10 (1명) → FULL 재사용 · index가 이득인데 full로 — 손해 · :b_id = 80 (34명) → FULL 재사용 · soft parse — 플랜은 다시 안 세운다</a:t>
            </a:r>
            <a:endParaRPr lang="en-US" sz="12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10.3 bind peeking — 첫 hard parse가 값을 '훔쳐본다'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455164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히스토그램이 없을 때는 함정이 보이지 않는다. dept 10·20·50·80을 어떤 순서로 실행해도 E-Rows 10(107행÷11종 균등 가정)의 INDEX RANGE SCAN — 값이 뭐든 계산이 같으니 플랜이 갈릴 일 자체가 없다.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771900"/>
            <a:ext cx="10506456" cy="1545336"/>
          </a:xfrm>
          <a:prstGeom prst="roundRect">
            <a:avLst>
              <a:gd name="adj" fmla="val 3550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402793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402793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402793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430268"/>
            <a:ext cx="9957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FORCE + 리터럴 dept 10→20→50→80 (히스토그램 없음) — 순서를 50 먼저로 바꿔도 동일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 |  TABLE ACCESS BY INDEX ROWID BATCHED| EMP          |   10 |   690 |  2 (0)|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|*2 |   INDEX RANGE SCAN                  | EMP_DEPT_IDX |   10 |       |  1 (0)|</a:t>
            </a:r>
            <a:endParaRPr lang="en-US" sz="125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10.3 bind peeking — 첫 hard parse가 값을 '훔쳐본다'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227832"/>
            <a:ext cx="10506456" cy="1316736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346704"/>
            <a:ext cx="73152" cy="10789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42900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함정의 3재료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886200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peeking 단독으로는 무해하다. peeking + 치우친 분포 + 히스토그램 이 모이면 "첫 값이 누구냐"에 따라 전체의 운명이 갈린다 — 다음 절.</a:t>
            </a:r>
            <a:endParaRPr lang="en-US" sz="13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10.4 히스토그램이 생기면 — 50이 먼저 오면 전원 full scan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19756"/>
            <a:ext cx="10506456" cy="1545336"/>
          </a:xfrm>
          <a:prstGeom prst="roundRect">
            <a:avLst>
              <a:gd name="adj" fmla="val 3550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87578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875788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87578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278124"/>
            <a:ext cx="9957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exec dbms_stats.gather_table_stats('hr','emp',method_opt=&gt;'for columns department_id size 12')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DEPARTMENT_ID   NUM_DISTINCT 11   CARDINALITY 10   HISTOGRAM FREQUENCY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이제 옵티마이저는 "50번=45명, 10번=1명"을 안다 (§9.6의 도수 히스토그램)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4347972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FORCE 상태에서 dept=50이 먼저 들어온 재현 실측 — 공유 커서의 플랜이 통째로 바뀐다:</a:t>
            </a:r>
            <a:endParaRPr lang="en-US" sz="16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10.4 히스토그램이 생기면 — 50이 먼저 오면 전원 full scan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199132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45516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45516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45516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857500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flush 후 FORCE + 리터럴 50→10→20→80: plan_hash 3956160932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Id | Operation         | Name | Rows | Bytes | Cost (%CPU)|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0 | SELECT STATEMENT  |      |      |       |     2 (100)|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1 |  TABLE ACCESS FULL| EMP  |   45 |  3105 |     2   (0)|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1 - filter("DEPARTMENT_ID"=:SYS_B_0)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4439412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peek된 50에게는 full(45명, 2블록 비용)이 정답이지만, 뒤따라온 10(1명)·20(2명)도 같은 full 플랜 을 쓴다. 첫 값이 10이었다면 반대로 전원이 index 플랜을 썼을 것이다.</a:t>
            </a:r>
            <a:endParaRPr lang="en-US" sz="16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10.4 히스토그램이 생기면 — 50이 먼저 오면 전원 full scan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53512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7238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1546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메모(재확인 권장).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611880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조건의 다른 실측 한 번은 E-Rows만 45로 재산정된 index 플랜(cost 6) 이 나왔다(LOADS 3 — 커서 재적재 흔적, 노트에 원인 설명 없음). 강사 결론은 "히스토그램 후 peek=50이면 full" — 홈랩에서 flush로 순서를 통제해 재확인.</a:t>
            </a:r>
            <a:endParaRPr lang="en-US" sz="13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10.5 진짜 바인드 변수로 — 순서가 운명을 정한다 (v$sql_bind_capture)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217420"/>
            <a:ext cx="10506456" cy="3337560"/>
          </a:xfrm>
          <a:prstGeom prst="roundRect">
            <a:avLst>
              <a:gd name="adj" fmla="val 1644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47345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47345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47345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875788"/>
            <a:ext cx="995781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시나리오 A: 10이 먼저 → index 플랜 확정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var b_id number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exec :b_id := 10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hr.emp where department_id = :b_id;   -- 이어서 :b_id := 50 재실행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 |  TABLE ACCESS BY INDEX ROWID BATCHED| EMP          |  1 |  2 (0)|   ← E-Rows 1 (peek=10)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value_string from v$sql_bind_capture where sql_id='dgcptsda7xr71';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VALUE_STRING: 10          ← 플랜을 정한 첫 값의 증거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시나리오 B: flush 후 50이 먼저 → full 플랜 확정, 10도 full을 쓴다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1 |  TABLE ACCESS FULL| EMP  |   45 |  3105 |  2 (0)|      VALUE_STRING: 50</a:t>
            </a:r>
            <a:endParaRPr lang="en-US" sz="125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10.5 진짜 바인드 변수로 — 순서가 운명을 정한다 (v$sql_bind_capture)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359152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커서를 값만 바꿔 재사용할 때 무슨 일이 나는지, allstats last 로 값별 실측:</a:t>
            </a:r>
            <a:endParaRPr lang="en-US" sz="1600" dirty="0"/>
          </a:p>
        </p:txBody>
      </p:sp>
      <p:graphicFrame>
        <p:nvGraphicFramePr>
          <p:cNvPr id="1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346704"/>
          <a:ext cx="10506456" cy="2066544"/>
        </p:xfrm>
        <a:graphic>
          <a:graphicData uri="http://schemas.openxmlformats.org/drawingml/2006/table">
            <a:tbl>
              <a:tblPr/>
              <a:tblGrid>
                <a:gridCol w="2626614"/>
                <a:gridCol w="2626614"/>
                <a:gridCol w="2626614"/>
                <a:gridCol w="2626614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:b_id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플랜 (peek=10이 정함)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A-Rows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Buffers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RANGE SCAN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— 적정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RANGE SCAN (재사용)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— full이면 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INDEX RANGE SCAN (재사용)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 + full(e) 힌트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TABLE ACCESS FULL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10.5 진짜 바인드 변수로 — 순서가 운명을 정한다 (v$sql_bind_capture)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569464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50에게 index는 9블록, full은 6블록 — 첫 값이 10이었다는 이유만으로 50은 실행할 때마다 3블록씩 손해를 본다. 107행짜리 실습이라 3블록이지, 치우친 대용량이면 이 차이가 그대로 사고가 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886200"/>
            <a:ext cx="10506456" cy="1316736"/>
          </a:xfrm>
          <a:prstGeom prst="roundRect">
            <a:avLst>
              <a:gd name="adj" fmla="val 8333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4005072"/>
            <a:ext cx="73152" cy="107899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408736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v$sql_bind_capture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4544568"/>
            <a:ext cx="9957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커서가 잡은 바인드 값(첫 캡처 값)을 보여준다 — "이 커서의 플랜은 누가 정했나"를 추적하는 증거. datatype·max_length도 함께 나온다.</a:t>
            </a:r>
            <a:endParaRPr lang="en-US" sz="13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10.6 Adaptive Cursor Sharing — 관찰(sensitive)에서 분화(aware)로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249424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50545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50545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50545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907792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a.ksppinm, b.ksppstvl from x$ksppi a, x$ksppsv b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where a.indx=b.indx and a.ksppinm in ('_optimizer_adaptive_cursor_sharing','_optim_peek_user_binds');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_optimizer_adaptive_cursor_sharing   TRUE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_optim_peek_user_binds               TRUE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4233672"/>
            <a:ext cx="10506456" cy="1289304"/>
          </a:xfrm>
          <a:prstGeom prst="roundRect">
            <a:avLst>
              <a:gd name="adj" fmla="val 425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61288" y="4489704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9888" y="448970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18488" y="4489704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4892040"/>
            <a:ext cx="99578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sql_id, plan_hash_value, is_bind_sensitive, is_bind_aware from v$sql where ...;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dgcptsda7xr71   3956160932   Y N   ← sensitive=Y, aware=N</a:t>
            </a:r>
            <a:endParaRPr lang="en-US" sz="125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10.6 Adaptive Cursor Sharing — 관찰(sensitive)에서 분화(aware)로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177</a:t>
            </a:r>
            <a:endParaRPr lang="en-US" sz="900" dirty="0"/>
          </a:p>
        </p:txBody>
      </p:sp>
      <p:graphicFrame>
        <p:nvGraphicFramePr>
          <p:cNvPr id="1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350008"/>
          <a:ext cx="10506456" cy="1298448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플래그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수업 실측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is_bind_sensitive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bind 값에 민감한 커서라는 표시 — 오라클이 값별 실행 통계를 관찰 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 (50↔10 반복 후)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is_bind_aware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bind 값에 따라 적절한 child cursor를 생성해 플랜을 분리 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 — 아직 분화 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1248" y="3831336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950208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1288" y="4032504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홈랩 관찰 과제.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61288" y="4489704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실측은 sensitive=Y까지 — 같은 커서를 값을 바꿔가며 더 실행하면 aware=Y로 넘어가 child cursor가 갈라지는 순간을 볼 수 있을 것(전환 시점·횟수는 실측으로 재확인).</a:t>
            </a:r>
            <a:endParaRPr lang="en-US" sz="13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10.7 수동 처방 — 값 범위로 SQL을 분기한다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483864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요구: 50·80 부서가 들어오면 full scan, 그 외 부서는 index range scan . ACS를 기다리는 대신 SQL 자체를 분기한다:</a:t>
            </a:r>
            <a:endParaRPr lang="en-US" sz="16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10.7 수동 처방 — 값 범위로 SQL을 분기한다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961388"/>
            <a:ext cx="10506456" cy="3849624"/>
          </a:xfrm>
          <a:prstGeom prst="roundRect">
            <a:avLst>
              <a:gd name="adj" fmla="val 142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21742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21742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21742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619756"/>
            <a:ext cx="995781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/*+ full(e) */ * from hr.emp 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where :b_id in (50,80) and department_id = :b_id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union all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select /*+ index(e emp_dept_idx) */ * from hr.emp 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where :b_id not in (50,80) and department_id = :b_id;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:b_id = 50 실측: 위 브랜치만 산다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UNION-ALL                          |              |     1 |    45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2 |   FILTER  filter((:B_ID=50 OR :B_ID=80))           | Starts 1 → A-Rows 45, Buffers 6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 TABLE ACCESS FULL                | EMP        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4 |   FILTER  filter((:B_ID&lt;&gt;80 AND :B_ID&lt;&gt;50))        | Starts 1 → 자식 Starts 0, Buffers 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5 |    TABLE ACCESS BY INDEX ROWID BATCHED| EMP      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6 |     INDEX RANGE SCAN                | EMP_DEPT_IDX |</a:t>
            </a:r>
            <a:endParaRPr lang="en-US" sz="125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10.7 수동 처방 — 값 범위로 SQL을 분기한다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10506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FILTER의 조건 (:B_ID=50 OR :B_ID=80) 은 테이블 필터가 아니라 브랜치를 실행할지 말지 정하는 게이트 다. 거짓이면 자식 Starts 0·블록 0 — 실행계획 수준에서 잠긴다. PL/SQL이면 같은 분기를 if :b_id in (50,80) then … full 힌트 … else … index 힌트 로 쓰면 된다(수업의 bulk collect 예제).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4078224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4197096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4279392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무늬를 기억하라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4736592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참/거짓이 갈리는 상수 게이트 FILTER — §11.2 파티션 뷰의 NULL IS NOT NULL 과 같은 원리다. "이 브랜치는 볼 필요 없음"을 옵티마이저가 플랜에 박아 넣은 것.</a:t>
            </a:r>
            <a:endParaRPr lang="en-US" sz="13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파티션 — 읽을 범위를 설계로 줄인다 79일차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파티션 뷰 · range · interval · hash · list · composite · Pstart/Pstop · 공식 매뉴얼 § Partitioning Concepts ↗</a:t>
            </a:r>
            <a:endParaRPr lang="en-US" sz="16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11.1 왜 파티션인가 — random I/O의 한계와 pruning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737360"/>
            <a:ext cx="10506456" cy="2304288"/>
          </a:xfrm>
          <a:prstGeom prst="roundRect">
            <a:avLst>
              <a:gd name="adj" fmla="val 476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856232"/>
            <a:ext cx="73152" cy="2066544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1920240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파티션 키 조건이 있으면 옵티마이저는 해당 세그먼트만 읽는다 — 읽을 범위를 튜닝이 아니라 설계로 줄인다.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61288" y="2450592"/>
            <a:ext cx="99578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비파티션 테이블 · 세그먼트 1개 · full이든 인덱스든 전 범위가 후보 · range(hire_date) 파티션 · P2004 — 건너뜀 · P2005 — 이 세그먼트만 읽음 · P2006 — 건너뜀 · where hire_date … · = pruning</a:t>
            </a:r>
            <a:endParaRPr lang="en-US" sz="1200" dirty="0"/>
          </a:p>
        </p:txBody>
      </p:sp>
      <p:graphicFrame>
        <p:nvGraphicFramePr>
          <p:cNvPr id="19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4224528"/>
          <a:ext cx="10506456" cy="1682496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보관주기 지난 파티션만 백업·삭제 — 테이블 전체를 건드리지 않는다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파티션 키 조건 → 일부 세그먼트만 스캔(pruning). 인덱스 random I/O의 한계와 full scan의 부담 사이 세 번째 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hash 파티션은 동시 입력을 여러 세그먼트로 흩어 경합을 줄인다(§11.5)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11.2 파티션 뷰 (~7버전) — CHECK + UNION ALL로 흉내 낸 pruning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483864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7버전까지는 파티션 테이블이 없었다 — 테이블 3개에 CHECK 제약 을 걸고 UNION ALL 뷰 로 묶어 파티션을 구현했다:</a:t>
            </a:r>
            <a:endParaRPr lang="en-US" sz="16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11.2 파티션 뷰 (~7버전) — CHECK + UNION ALL로 흉내 낸 pruning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4105656"/>
          </a:xfrm>
          <a:prstGeom prst="roundRect">
            <a:avLst>
              <a:gd name="adj" fmla="val 133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395728"/>
            <a:ext cx="995781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hr.p1 add constraint c_dept_10 check(department_id &lt; 20);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hr.p2 add constraint c_dept_20 check(department_id &gt;= 20 and department_id &lt; 30);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hr.p3 add constraint c_dept_30 check(department_id &gt;= 30 and department_id &lt; 40);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or replace view hr.emp_view as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select * from hr.p1 union all select * from hr.p2 union all select * from hr.p3;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hr.emp_view where department_id = 10;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2 |   UNION-ALL          |          |      1 |        |      1 |       7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 3 |    TABLE ACCESS FULL | P1       |      1 |      1 |      1 |       7 |  ← 실제로 읽음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 4 |    FILTER filter(NULL IS NOT NULL)  |      1 |        |      0 |       0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 5 |     TABLE ACCESS FULL| P2       |      0 |      1 |      0 |       0 |  ← Starts 0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 6 |    FILTER filter(NULL IS NOT NULL)  |      1 |        |      0 |       0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 7 |     TABLE ACCESS FULL| P3       |      0 |      1 |      0 |       0 |  ← Starts 0</a:t>
            </a:r>
            <a:endParaRPr lang="en-US" sz="125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11.2 파티션 뷰 (~7버전) — CHECK + UNION ALL로 흉내 낸 pruning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993392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 제약이 "P2·P3에는 dept=10이 있을 수 없다"를 보증하므로, 옵티마이저는 그 브랜치 위에 항상 거짓인 게이트 filter(NULL IS NOT NULL) 를 심는다 → 자식 Starts 0·Buffers 0. dept=10이면 7블록, 조건이 없으면 3테이블 전부 18블록.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63931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75818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8404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NULL IS NOT NULL인가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429768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옵티마이저가 "이 브랜치는 결과가 없다"를 표현하는 관용구다 — 항상 거짓이므로 자식을 시작조차 안 한다. 근거는 데이터가 아니라 CHECK 제약이라는 약속 : 제약이 없으면 세 테이블을 다 읽어야 한다. §10.7 분기 union all의 :B_ID=50 OR :B_ID=80 게이트와 같은 무늬 — 저쪽은 바인드 값이, 이쪽은 제약이 게이트의 진릿값을 정한다.</a:t>
            </a:r>
            <a:endParaRPr lang="en-US" sz="13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11.3 range 파티션 (8버전) — 이력 데이터의 기본형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4105656"/>
          </a:xfrm>
          <a:prstGeom prst="roundRect">
            <a:avLst>
              <a:gd name="adj" fmla="val 133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395728"/>
            <a:ext cx="995781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hr.emp_year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partition by range(hire_date)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 partition p2004 values less than(to_date('2005-01-01','yyyy-mm-dd')),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partition p2005 values less than(to_date('2006-01-01','yyyy-mm-dd')),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partition p2006 values less than(to_date('2007-01-01','yyyy-mm-dd')),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partition pmax  values less than(maxvalue) 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as select employee_id, last_name, salary, hire_date, department_id from hr.employees;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less than(2005-01-01) = "&lt; 2005-01-01(미만)" · pmax = "&gt;= 2007-01-01 전부"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partition_name, high_value from dba_tab_partitions where table_name='EMP_YEAR';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P2004  TO_DATE(' 2005-01-01 00:00:00', 'SYYYY-MM-DD...')   ← 경계는 딕셔너리에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P2005  TO_DATE(' 2006-01-01 ...)   P2006  TO_DATE(' 2007-01-01 ...)   PMAX  MAXVALUE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hr.emp_year partition(p2004);   -- 파티션 지정 조회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column_name from dba_part_key_columns where name='EMP_YEAR';   → HIRE_DATE</a:t>
            </a:r>
            <a:endParaRPr lang="en-US" sz="125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11.3 range 파티션 (8버전) — 이력 데이터의 기본형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range가 기본형인가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보관주기 관리와 조건이 같은 축 (기간)이기 때문이다. "2004년 데이터"는 조회 조건이면서 동시에 백업·삭제의 단위 — pruning(성능)과 파티션 drop(관리)이 한 설계에서 나온다. 경계 정의는 딕셔너리( high_value )가 문서 역할을 하므로, 파티션 구성이 궁금하면 DDL이 아니라 dba_tab_partitions를 본다.</a:t>
            </a:r>
            <a:endParaRPr lang="en-US" sz="13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11.4 interval 파티션 (11g) — 정해진 간격으로 자동 증설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107692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range는 경계를 사람이 미리 만들어야 한다. interval 기준으로 정의하면 정해진 간격으로 파티션이 자동 추가 된다: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095244"/>
            <a:ext cx="10506456" cy="2569464"/>
          </a:xfrm>
          <a:prstGeom prst="roundRect">
            <a:avLst>
              <a:gd name="adj" fmla="val 213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35127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35127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35127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3753612"/>
            <a:ext cx="99578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hr.emp_year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partition by range(hire_date) interval(numtoyminterval(1,'year'))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 partition p2004 values less than(to_date('2005-01-01','yyyy-mm-dd')),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partition p2005 values less than(to_date('2006-01-01','yyyy-mm-dd')),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partition p2006 values less than(to_date('2007-01-01','yyyy-mm-dd')) ) ...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-- 2007 이후 데이터가 들어오자 1년 간격 파티션이 자동 생성: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hr.emp_year partition(SYS_P769);   -- SYS_P770 …</a:t>
            </a:r>
            <a:endParaRPr lang="en-US" sz="125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11.4 interval 파티션 (11g) — 정해진 간격으로 자동 증설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194560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maxvalue 파티션 없이도 넘치는 값이 자동 수용된다는 점이 range와의 차이. 자동 생성 파티션 이름은 SYS_P&lt;n&gt; . 간격 정의에 쓰는 interval 함수들(78일차 곁가지의 연장):</a:t>
            </a:r>
            <a:endParaRPr lang="en-US" sz="1600" dirty="0"/>
          </a:p>
        </p:txBody>
      </p:sp>
      <p:graphicFrame>
        <p:nvGraphicFramePr>
          <p:cNvPr id="2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511296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함수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to_yminterval('1-10')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1년 10개월 (interval year to month 리터럴)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sysdate + → 10-MAY-28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numtoyminterval(1,'year')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숫자 → year/month interval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interval 파티션 간격 정의에 사용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to_dsinterval('10 10:10:10')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10일 10:10:10 (day to second 리터럴)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localtimestamp + → 21-JUL-26 02:29:58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numtodsinterval(10,'day')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숫자 → day/hour/minute/second interval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'hour'·'minute'·'second'도 동일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11.4 interval 파티션 (11g) — 정해진 간격으로 자동 증설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interval이 필요한가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range의 약점은 미래 경계를 사람이 계속 만들어야 한다 는 것 — 연말마다 파티션 추가 작업을 잊으면 maxvalue에 데이터가 쌓이거나 insert가 실패한다. interval은 "간격"만 약속하면 경계 밖 첫 데이터가 도착하는 순간 오라클이 파티션을 만들어 준다(실측 SYS_P769·770). 운영 실수 한 종류가 설계로 사라지는 셈.</a:t>
            </a:r>
            <a:endParaRPr lang="en-US" sz="13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11.5 hash 파티션 (8i) — 의미가 아니라 양으로 나눈다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2226564"/>
            <a:ext cx="10506456" cy="1545336"/>
          </a:xfrm>
          <a:prstGeom prst="roundRect">
            <a:avLst>
              <a:gd name="adj" fmla="val 3550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48259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48259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48259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884932"/>
            <a:ext cx="9957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hr.emp_hash partition by hash(employee_id) partitions 4 ...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partition_name, high_value from dba_tab_partitions where table_name='EMP_HASH';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SYS_P771 (high_value 없음)  SYS_P772  SYS_P773  SYS_P774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3954780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073652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155948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range/list vs hash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" y="4613148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range·list는 데이터의 의미 (기간·그룹)로 나눠 검색 범위를 줄이는 게 목적이고, hash는 양 으로 균등하게 흩어 넣을 때의 경합(같은 세그먼트로 몰림)을 줄이는 게 목적이다.</a:t>
            </a:r>
            <a:endParaRPr lang="en-US" sz="13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11.6 list 파티션 (9i) — 정해진 그룹, 그리고 default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2601468"/>
            <a:ext cx="10506456" cy="2569464"/>
          </a:xfrm>
          <a:prstGeom prst="roundRect">
            <a:avLst>
              <a:gd name="adj" fmla="val 213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61288" y="285750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8575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285750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259836"/>
            <a:ext cx="99578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hr.emp_list partition by list(department_id)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 partition p_dept_1 values(10,20,30,40),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partition p_dept_2 values(50),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partition p_dept_3 values(60,70,80,90,100,110),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partition p_dept_4 values(default) ) ...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hr.emp_list partition(p_dept_4);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178  Grant   7000  24-MAY-07   (DEPARTMENT_ID null)  ← 목록 밖 값·NULL은 default로</a:t>
            </a:r>
            <a:endParaRPr lang="en-US" sz="125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11.7 composite 조합 파티션 — range-hash 4×4와 Pstart/Pstop 읽기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파티션 키로 1차 분배하고, 서브 파티션 키가 최종 저장 위치(세그먼트)를 결정 한다 — 세그먼트는 서브 파티션마다 하나씩. 조합 연혁: range-hash(8i) · range-list(9i) · range-range·list-hash·list-list·list-range(11g).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383280"/>
            <a:ext cx="10506456" cy="2569464"/>
          </a:xfrm>
          <a:prstGeom prst="roundRect">
            <a:avLst>
              <a:gd name="adj" fmla="val 2135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36393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6393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18488" y="363931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041648"/>
            <a:ext cx="995781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create table hr.emp_comp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partition by range(salary) subpartition by hash(employee_id) subpartitions 4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 partition p4999 values less than(5000), partition p9999 values less than(10000),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partition p19999 values less than(20000), partition pmax values less than(maxvalue) ) ...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-- 4 파티션 × 4 서브파티션 = 세그먼트 16개 (SYS_SUBP1084~1099):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p4999  [h1 h2 h3 h4]     p9999  [h5 h6 h7 h8]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p19999 [h9 h10 h11 h12]  pmax   [h13 h14 h15 h16]  ← 서브파티션은 전체 일련번호</a:t>
            </a:r>
            <a:endParaRPr lang="en-US" sz="125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11.7 composite 조합 파티션 — range-hash 4×4와 Pstart/Pstop 읽기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display_cursor(...,'allstats last +partition ') 으로 Pstart/Pstop을 보면, 어떤 조건이 몇 개 세그먼트를 읽는지가 그대로 드러난다:</a:t>
            </a:r>
            <a:endParaRPr lang="en-US" sz="1600" dirty="0"/>
          </a:p>
        </p:txBody>
      </p:sp>
      <p:graphicFrame>
        <p:nvGraphicFramePr>
          <p:cNvPr id="2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054096"/>
          <a:ext cx="10506456" cy="2834640"/>
        </p:xfrm>
        <a:graphic>
          <a:graphicData uri="http://schemas.openxmlformats.org/drawingml/2006/table">
            <a:tbl>
              <a:tblPr/>
              <a:tblGrid>
                <a:gridCol w="2101291"/>
                <a:gridCol w="2101291"/>
                <a:gridCol w="2101291"/>
                <a:gridCol w="2101291"/>
                <a:gridCol w="2101291"/>
              </a:tblGrid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RANGE 연산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HASH 연산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읽은 세그먼트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Buffers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salary&lt;5000 and emp_id=200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 (1·1)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 (1·1)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salary&lt;5000 and emp_id=105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 (1·1)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 (3·3)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salary&lt;5000 (범위 키만)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 (1·1)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ALL (1–4), Starts 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salary&gt;20000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 (4·4)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ALL ( 13–16 )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emp_id=100 (해시 키만)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ALL (1–4)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 (3·3), Starts 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salary&gt;20000 and emp_id=100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 (4·4)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 ( 15·15 )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11.7 composite 조합 파티션 — range-hash 4×4와 Pstart/Pstop 읽기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327148"/>
            <a:ext cx="10506456" cy="1801368"/>
          </a:xfrm>
          <a:prstGeom prst="roundRect">
            <a:avLst>
              <a:gd name="adj" fmla="val 304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58318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5831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583180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985516"/>
            <a:ext cx="99578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두 키를 다 주면 16분의 1만 읽는다: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1 |  PARTITION RANGE SINGLE|          | Pstart 4  Pstop 4  |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2 |   PARTITION HASH SINGLE|          | Pstart 15 Pstop 15 |  ← pmax의 3번째 = 전체 15번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|* 3 |    TABLE ACCESS FULL   | EMP_COMP | Buffers 2 |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4311396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하나만 확정되면 그 축은 SINGLE, 못 정한 축은 ALL(Starts가 그 개수만큼 반복). HASH의 Pstart/Pstop이 13–16, 15처럼 나오는 것은 서브 파티션의 전체 일련번호 다(4번 파티션의 h1~h4 = 13~16).</a:t>
            </a:r>
            <a:endParaRPr lang="en-US" sz="16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11.7 composite 조합 파티션 — range-hash 4×4와 Pstart/Pstop 읽기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pruning도 산수다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E-Rows가 산수였듯(§9.4), pruning은 "조건이 파티션 키를 확정하는가"의 문제다. 조건에 어느 키를 넣느냐가 읽을 세그먼트 수(1/16 vs 4/16 vs 16/16)를 정한다 — where절 설계가 곧 I/O 설계.</a:t>
            </a:r>
            <a:endParaRPr lang="en-US" sz="13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11.8 정적 vs 동적 pruning — 언제 아느냐의 차이 80일차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029968"/>
            <a:ext cx="105064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partition pruning = SQL 조건절을 분석하여 읽지 않아도 되는 파티션 세그먼트를 액세스 대상에서 제외 시키는 기능. 실습은 535,000행 sal_emp 를 range(salary) 4파티션(p1&lt;5000 · p2&lt;10000 · p3&lt;30000 · pmax)으로 재생성해 진행.</a:t>
            </a:r>
            <a:endParaRPr lang="en-US" sz="1600" dirty="0"/>
          </a:p>
        </p:txBody>
      </p:sp>
      <p:graphicFrame>
        <p:nvGraphicFramePr>
          <p:cNvPr id="2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675888"/>
          <a:ext cx="10506456" cy="2066544"/>
        </p:xfrm>
        <a:graphic>
          <a:graphicData uri="http://schemas.openxmlformats.org/drawingml/2006/table">
            <a:tbl>
              <a:tblPr/>
              <a:tblGrid>
                <a:gridCol w="3502152"/>
                <a:gridCol w="3502152"/>
                <a:gridCol w="3502152"/>
              </a:tblGrid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정적(static) pruning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동적(dynamic) pruning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형태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파티션 키를 상수 로 조회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파티션 키를 바인드 변수 로 조회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결정 시점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쿼리 최적화 시점(실행계획 생성할 때) 액세스 파티션 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미리 결정 불가 — 실행 시점 에 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플랜 표기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Pstart/Pstop에 파티션 번호 (시작·종료)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Pstart/Pstop에 KEY 표기(§11.7 실측은 전부 상수=정적이었다)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33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I/O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다르지 않다 — 읽어들일 파티션에 대한 작업은 동일. "처음부터 아느냐, 실행 때 아느냐"의 차이일 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11.8 정적 vs 동적 pruning — 언제 아느냐의 차이 80일차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53512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7238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1546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구분해 두나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611880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바인드 변수면 값에 따라 액세스할 파티션이 execute마다 달라진다 — 플랜만 보고 "어느 파티션을 읽는다"고 단정할 수 없고 KEY로 읽어야 한다. 지난 §11.7 실측이 전부 상수 조건(정적)이었다는 것도 함께 기억할 것. (KEY 표기의 실제 캡처는 없음 — 홈랩 재현 목록)</a:t>
            </a:r>
            <a:endParaRPr lang="en-US" sz="13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11.9 파티션 관리 ① — split · add(ORA-14074) · rename · drop · truncate 80일차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483864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파티션 관리는 업무팀 요청이 말로 들어오면 바로 명령어로 수행해야 하는 영역 — 따로 문서화해 두고 외울 것 (강사 강조).</a:t>
            </a:r>
            <a:endParaRPr lang="en-US" sz="16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11.9 파티션 관리 ① — split · add(ORA-14074) · rename · drop · truncate 80일차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217420"/>
            <a:ext cx="10506456" cy="3337560"/>
          </a:xfrm>
          <a:prstGeom prst="roundRect">
            <a:avLst>
              <a:gd name="adj" fmla="val 1644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47345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47345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47345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875788"/>
            <a:ext cx="995781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split: 나누기 (p3 &lt;25000 을 20000 경계로 둘로)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split partition p3 at(20000) into (partition p3, partition p4);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add: 마지막 파티션보다 큰 경계만 가능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add partition p5_1 values less than(30000);   -- OK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add partition p2_1 values less than(10000);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ORA-14074: partition bound must collate higher than that of the last partition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기존 high_value보다 작은 값은 add 불가 → split을 이용해야 한다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rename partition p5_1 to p5;   -- 통계는 사라지지 않는다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drop partition p5;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truncate partition p3;   -- p3만 비움 → no rows selected</a:t>
            </a:r>
            <a:endParaRPr lang="en-US" sz="125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11.9 파티션 관리 ① — split · add(ORA-14074) · rename · drop · truncate 80일차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add가 막히는 이유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range 파티션의 경계는 "미만(less than)"의 누적 사다리 다 — 중간에 새 칸을 끼우면 기존 칸의 의미(어디까지 담겼나)가 깨진다. 그래서 끝에 더하는 것(add)만 허용하고, 중간은 기존 칸을 쪼개는 것(split)으로만 만든다.</a:t>
            </a:r>
            <a:endParaRPr lang="en-US" sz="13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11.10 파티션 관리 ② — row movement(ORA-14402) · maxvalue(ORA-14400) · merge · exchange 80일차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10506456" cy="4105656"/>
          </a:xfrm>
          <a:prstGeom prst="roundRect">
            <a:avLst>
              <a:gd name="adj" fmla="val 1336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199339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199339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199339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395728"/>
            <a:ext cx="995781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파티션 키 update: 같은 파티션 안이면 OK, 경계를 넘으면 에러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update hr.sal_emp set salary = 18000 where employee_id = 101;   -- p3 안 → 1 row updated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update hr.sal_emp set salary = 21000 where employee_id = 101;   -- p3 → p4로 이동해야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ORA-14402: updating partition key column would cause a partition change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enable row movement;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update hr.sal_emp set salary = 21000 where employee_id = 101;   1 row updated.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disable row movement;   -- 작업 후 꼭 disable 부탁하기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maxvalue 파티션이 없을 때 경계 밖 insert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insert into hr.sal_emp values(300,'oracle',29000,20);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ORA-14400: inserted partition key does not map to any partition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add partition pmax values less than(maxvalue);   -- 이제 수용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pmax에 30000 경계를 만들고 싶다? add 안 됨(14074) → split</a:t>
            </a:r>
            <a:endParaRPr lang="en-US" sz="125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11.10 파티션 관리 ② — row movement(ORA-14402) · maxvalue(ORA-14400) · merge · exchange 80일차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363724"/>
            <a:ext cx="10506456" cy="2057400"/>
          </a:xfrm>
          <a:prstGeom prst="roundRect">
            <a:avLst>
              <a:gd name="adj" fmla="val 2667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619756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619756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619756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3022092"/>
            <a:ext cx="99578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split partition pmax at(30000) into (partition p5, partition pmax);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merge: 합치기 — 문법 주의(partitions 복수형)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merge partitions p4,p5 into partition p5;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merge하는 순간, 없었던 통계가 자동으로 수집된 것을 확인할 수 있다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4604004"/>
            <a:ext cx="10506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exchange — 일반 테이블과 파티션의 세그먼트를 통째로 교체 한다. insert 서브쿼리로 옮기고 지우는 대신 이름표만 바꿔 다는 것:</a:t>
            </a:r>
            <a:endParaRPr lang="en-US" sz="16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11.10 파티션 관리 ② — row movement(ORA-14402) · maxvalue(ORA-14400) · merge · exchange 80일차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734056"/>
            <a:ext cx="10506456" cy="2304288"/>
          </a:xfrm>
          <a:prstGeom prst="roundRect">
            <a:avLst>
              <a:gd name="adj" fmla="val 476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52928"/>
            <a:ext cx="73152" cy="2066544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916936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실측: exchange 후 exch_emp의 내용과 partition(p5)의 내용이 서로 뒤바뀌고, 재실행하면 되돌아온다.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3447288"/>
            <a:ext cx="99578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sal_emp partition(p5) · 파티션의 세그먼트 · exch_emp (일반 테이블) · 새로 load한 데이터 · exchange partition p5 with table exch_emp · 데이터 이동 없음 — 두 세그먼트의 소속만 맞바꾼다 (다시 실행하면 원위치)</a:t>
            </a:r>
            <a:endParaRPr lang="en-US" sz="12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11.11 파티션의 공간·통계 — 1행인데 1,006블록, shrink로 되돌리기 80일차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217420"/>
            <a:ext cx="10506456" cy="3337560"/>
          </a:xfrm>
          <a:prstGeom prst="roundRect">
            <a:avLst>
              <a:gd name="adj" fmla="val 1644"/>
            </a:avLst>
          </a:prstGeom>
          <a:solidFill>
            <a:srgbClr val="2C3742"/>
          </a:solidFill>
          <a:ln w="12700">
            <a:solidFill>
              <a:srgbClr val="2C3742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61288" y="247345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47345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473452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2875788"/>
            <a:ext cx="995781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truncate·exchange·DML을 반복한 뒤 파티션별 통계: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exec dbms_stats.gather_table_stats('hr','sal_emp',granularity=&gt;'auto')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PARTITION HIGH_VALUE TABLESPACE NUM_ROWS BLOCKS AVG_ROW_LEN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  P3        20000      USERS      1        1006   19   ← 1행인데 1,006블록!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"오라클에서는 버그라고 말하지 않는다. (버그 냄새가 난다)" — 어떻게 하나? shrink.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enable row movement;   -- 행 이동 발생 → 필수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modify partition p3 shrink space cascade;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alter table hr.sal_emp disable row movement;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AA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특정 파티션만 통계 수집: 파티션 이름은 문자열 취급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7E2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exec dbms_stats.gather_table_stats('hr','sal_emp',partname=&gt;'p3', granularity=&gt;'partition')</a:t>
            </a:r>
            <a:endParaRPr lang="en-US" sz="125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11.11 파티션의 공간·통계 — 1행인데 1,006블록, shrink로 되돌리기 80일차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816352"/>
            <a:ext cx="10506456" cy="2139696"/>
          </a:xfrm>
          <a:prstGeom prst="roundRect">
            <a:avLst>
              <a:gd name="adj" fmla="val 5128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35224"/>
            <a:ext cx="73152" cy="19019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01752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이런 일이 생기나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474720"/>
            <a:ext cx="9957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파티션도 세그먼트라 HWM 아래 공간은 반납되지 않는다(내부구조편) — 행이 1개 남아도 블록 사용량은 과거의 최대치를 기억한다. full scan류는 HWM까지 읽으므로 이대로 두면 "1행 읽는데 1,006블록"이 계속된다. 재구성(shrink)은 행을 옮기므로 enable row movement가 선행 — §11.10의 ORA-14402와 같은 이유다.</a:t>
            </a:r>
            <a:endParaRPr lang="en-US" sz="13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부분범위처리 &amp; arraysize — 다 읽지 말고, 운반단위만큼 80일차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전체범위 vs 부분범위 · 운반단위 산수(roundtrips) · fetch와 I/O · 공식 매뉴얼 § SQL Processing ↗</a:t>
            </a:r>
            <a:endParaRPr lang="en-US" sz="16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12.1 부분범위가 안 되는 SQL — 그리고 대체 방안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206</a:t>
            </a:r>
            <a:endParaRPr lang="en-US" sz="900" dirty="0"/>
          </a:p>
        </p:txBody>
      </p:sp>
      <p:graphicFrame>
        <p:nvGraphicFramePr>
          <p:cNvPr id="2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386584"/>
          <a:ext cx="10506456" cy="1682496"/>
        </p:xfrm>
        <a:graphic>
          <a:graphicData uri="http://schemas.openxmlformats.org/drawingml/2006/table">
            <a:tbl>
              <a:tblPr/>
              <a:tblGrid>
                <a:gridCol w="5253228"/>
                <a:gridCol w="5253228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전체범위처리가 강제되는 경우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대체 방안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그룹함수· group by ·sort — 집계값은 다 읽어야 나온다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 by 절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order by 절에 사용된 컬럼의 index 를 이용하면 부분범위 가능(정렬을 인덱스가 대신 — §7.9)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union · minus · intersect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union → union all + not exists · minus → not exists · intersect → exists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41248" y="4251960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대체가 어려우면 arraysize를 넉넉하게 해서 수행한다. 웹페이지는 전부 부분범위(page) 처리이고, SQL Developer가 한 번에 50개씩 가져오는 것도 같은 원리(50이 arraysize).</a:t>
            </a:r>
            <a:endParaRPr lang="en-US" sz="16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12.1 부분범위가 안 되는 SQL — 그리고 대체 방안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53512"/>
            <a:ext cx="10506456" cy="1865376"/>
          </a:xfrm>
          <a:prstGeom prst="roundRect">
            <a:avLst>
              <a:gd name="adj" fmla="val 588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72384"/>
            <a:ext cx="73152" cy="162763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15468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union all인가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611880"/>
            <a:ext cx="99578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union·minus·intersect는 중복 제거·집합 연산을 위해 전체를 모아 정렬/비교 해야 하지만, union all은 오는 대로 흘려보내면 된다 — §8.7 OR-expansion, §10.7 분기 SQL이 전부 union all이었던 것도 같은 맥락.</a:t>
            </a:r>
            <a:endParaRPr lang="en-US" sz="13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12.2 운반단위의 산수 — rows ÷ roundtrips = arraysize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2075688"/>
            <a:ext cx="105064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535,000행짜리 sal_emp (rownum × connect by level≤5000, blocks 3,254 — 강사 환경은 3,774/45로 조금 달랐다)를 autotrace trace stat 으로 전량 fetch하며 arraysize만 바꿨다: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3392424"/>
            <a:ext cx="10506456" cy="2304288"/>
          </a:xfrm>
          <a:prstGeom prst="roundRect">
            <a:avLst>
              <a:gd name="adj" fmla="val 476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511296"/>
            <a:ext cx="73152" cy="2066544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3575304"/>
            <a:ext cx="9957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다이어그램  </a:t>
            </a:r>
            <a:pPr algn="l" indent="0" marL="0">
              <a:buNone/>
            </a:pPr>
            <a:r>
              <a:rPr lang="en-US" sz="13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운반단위만큼 싣고 왕복한다 — roundtrips가 fetch count, 나누면 arraysize가 나온다.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61288" y="4105656"/>
            <a:ext cx="99578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프로세스 · 버퍼 캐시에서 읽어 담는다 · 유저 프로세스 · 받은 만큼 쓰고 또 요구 · fetch 1회 = arraysize 행 · SQL*Net roundtrip · 전체 왕복 수 ≈ 총 행수 ÷ arraysize — 535,000 ÷ 15 = 35,667</a:t>
            </a:r>
            <a:endParaRPr lang="en-US" sz="12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12.2 운반단위의 산수 — rows ÷ roundtrips = arraysize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209</a:t>
            </a:r>
            <a:endParaRPr lang="en-US" sz="900" dirty="0"/>
          </a:p>
        </p:txBody>
      </p:sp>
      <p:graphicFrame>
        <p:nvGraphicFramePr>
          <p:cNvPr id="2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660904"/>
          <a:ext cx="10506456" cy="2450592"/>
        </p:xfrm>
        <a:graphic>
          <a:graphicData uri="http://schemas.openxmlformats.org/drawingml/2006/table">
            <a:tbl>
              <a:tblPr/>
              <a:tblGrid>
                <a:gridCol w="2626614"/>
                <a:gridCol w="2626614"/>
                <a:gridCol w="2626614"/>
                <a:gridCol w="2626614"/>
              </a:tblGrid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arraysize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consistent gets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SQL*Net roundtrips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rows ÷ roundtrips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3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 (기본값)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38,685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35,668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14.99 ≈ 15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8,513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99.98 ≈ 100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3,732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998.13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3,467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1,988.8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8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(캡처 없음)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3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535,000÷108 ≈ 4,954 (자료엔 53500/108=495.3으로 적혀 있으나 0 누락 오기로 보임 — 재확인)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12.2 운반단위의 산수 — rows ÷ roundtrips = arraysize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consistent gets도 같이 줄어드는 이유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fetch가 끊길 때마다 서버는 보던 블록을 다시 집는다 — 그래서 gets ≈ 테이블 블록 수 + fetch 횟수에 가깝다(실측: 3,254+35,668≈38,922 vs 38,685 · 3,254+536≈3,790 vs 3,732). arraysize를 키우면 재방문이 줄어 gets가 블록 수(≈3,300)로 수렴하고, 그 아래로는 더 못 내려간다 — 2000에서 이미 3,467로 "비약적으로 줄지 않는 임계점" 에 닿았다.</a:t>
            </a:r>
            <a:endParaRPr lang="en-US" sz="13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12.2 운반단위의 산수 — rows ÷ roundtrips = arraysize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95944" y="603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679192"/>
            <a:ext cx="10506456" cy="2414016"/>
          </a:xfrm>
          <a:prstGeom prst="roundRect">
            <a:avLst>
              <a:gd name="adj" fmla="val 4545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798064"/>
            <a:ext cx="73152" cy="217627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88036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얻는 것 두 가지(원문).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3337560"/>
            <a:ext cx="995781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서버 프로세스 입장에서 읽어야 하는 블록 수를 줄일 수 있다(I/O 감소). ② fetch count(call) 횟수가 줄어 네트워크 부하가 감소 한다. 단 multi block I/O는 운반단위에 좌우되고, fetch count가 많다고 비약적으로 줄지는 않는다 — array size를 몇으로 설정하는지에 따라 성능은 좋아질 수도 나빠질 수도 있다(받을 active set이 무한이 아니므로 무작정 크게가 답이 아님).</a:t>
            </a:r>
            <a:endParaRPr lang="en-US" sz="13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12.3 arraysize × 파티션 — 함께 봐야 하는 이유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737360"/>
            <a:ext cx="667512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후반 실험(캡처 없음 — 홈랩 재현 목록): salary between 5000 and 8000을 arraysize 15/100/1000/2000으로 바꿔가며, 그리고 인덱스 생성·파티셔닝 후에 각각 allstats last +partition 으로 Buffers를 비교했다. 강사 관찰 요지: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73568" y="1737360"/>
            <a:ext cx="3374136" cy="3785616"/>
          </a:xfrm>
          <a:prstGeom prst="roundRect">
            <a:avLst>
              <a:gd name="adj" fmla="val 3252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01000" y="1856232"/>
            <a:ext cx="73152" cy="354787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3608" y="193852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다이얼은 서로 다른 낭비를 줄인다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93608" y="2395728"/>
            <a:ext cx="282549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파티션(pruning)은 어느 세그먼트를 읽나 를 줄이고, arraysize는 같은 블록을 몇 번 다시 집나 를 줄인다. 하나만 돌리면 다른 쪽 낭비가 남는다 — §12.2의 임계점과 §11.7의 SINGLE/ALL을 한 화면에 놓고 볼 것.</a:t>
            </a:r>
            <a:endParaRPr lang="en-US" sz="13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95528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43434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다룰 것 (로드맵)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23036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수업이 진행되며 채워 나갈 목차</a:t>
            </a:r>
            <a:endParaRPr lang="en-US" sz="16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420624" cy="7315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68096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다룰 것 (로드맵)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01784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41248" y="1627632"/>
            <a:ext cx="10506456" cy="10973"/>
          </a:xfrm>
          <a:prstGeom prst="rect">
            <a:avLst/>
          </a:prstGeom>
          <a:solidFill>
            <a:srgbClr val="E7E1D6"/>
          </a:solidFill>
          <a:ln w="12700">
            <a:solidFill>
              <a:srgbClr val="E7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 DBA · SQL Tuning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433304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25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3090672"/>
            <a:ext cx="10506456" cy="1591056"/>
          </a:xfrm>
          <a:prstGeom prst="roundRect">
            <a:avLst>
              <a:gd name="adj" fmla="val 6897"/>
            </a:avLst>
          </a:prstGeom>
          <a:solidFill>
            <a:srgbClr val="F4F1EA"/>
          </a:solidFill>
          <a:ln w="12700">
            <a:solidFill>
              <a:srgbClr val="E7E1D6"/>
            </a:solidFill>
            <a:prstDash val="solid"/>
          </a:ln>
          <a:effectLst>
            <a:outerShdw sx="100000" sy="100000" kx="0" ky="0" algn="bl" rotWithShape="0" blurRad="152400" dist="25400" dir="5400000">
              <a:srgbClr val="8A7F6A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209544"/>
            <a:ext cx="73152" cy="1353312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3291840"/>
            <a:ext cx="9957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46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61288" y="3749040"/>
            <a:ext cx="99578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030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지식(HWM·scattered read·버퍼 캐시·블록)은 내부구조편 가이드 에, 그걸 활용하는 기법은 이 문서에 쌓는다. 새 수업이 오면 위 로드맵을 하나씩 완료로 바꿔 간다.</a:t>
            </a:r>
            <a:endParaRPr lang="en-US" sz="13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2C3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603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E89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ORACLE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41248" y="2697480"/>
            <a:ext cx="566928" cy="82296"/>
          </a:xfrm>
          <a:prstGeom prst="roundRect">
            <a:avLst>
              <a:gd name="adj" fmla="val 50000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2971800"/>
            <a:ext cx="10506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79E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있으면 편하게 말씀해 주세요.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229</Slides>
  <Notes>229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229</vt:i4>
      </vt:variant>
    </vt:vector>
  </HeadingPairs>
  <TitlesOfParts>
    <vt:vector size="2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Tuning</dc:title>
  <dc:subject>PptxGenJS Presentation</dc:subject>
  <dc:creator>Oracle DBA Study</dc:creator>
  <cp:lastModifiedBy>Oracle DBA Study</cp:lastModifiedBy>
  <cp:revision>1</cp:revision>
  <dcterms:created xsi:type="dcterms:W3CDTF">2026-07-14T06:21:33Z</dcterms:created>
  <dcterms:modified xsi:type="dcterms:W3CDTF">2026-07-14T06:21:33Z</dcterms:modified>
</cp:coreProperties>
</file>