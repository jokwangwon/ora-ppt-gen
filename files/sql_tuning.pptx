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</p:sldIdLst>
  <p:notesMasterIdLst>
    <p:notesMasterId r:id="rId17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notesMaster" Target="notesMasters/notesMaster1.xml"/><Relationship Id="rId177" Type="http://schemas.openxmlformats.org/officeDocument/2006/relationships/presProps" Target="presProps.xml"/><Relationship Id="rId178" Type="http://schemas.openxmlformats.org/officeDocument/2006/relationships/viewProps" Target="viewProps.xml"/><Relationship Id="rId179" Type="http://schemas.openxmlformats.org/officeDocument/2006/relationships/theme" Target="theme/theme1.xml"/><Relationship Id="rId1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영역에 올리고, 큰 집합을 probe 하며 해시 탐색으로 조인한다. 해시 키 컬럼에 중복이 적을수록 (충돌 없을수록) 유리하고,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선행(outer·first·build) 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SELECT 컬럼이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51276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073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073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073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09644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no_eliminated_join(d)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때문에 PK 쪽 lock이 걸리는 문제는 9i에서 해결됐다.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항상 후행(inner)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버전( v$version · optimizer_features_enable ) · 옵티마이저 파라미터( v$sys_optimizer_env )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내부는 3단 파이프라인이다: Query Transformer (최적화하기 쉬운 형태로 SQL 변환 — 결과 동일이 보장될 때만, Part 08 전체가 이 단계) → Estimator (실행계획 전체의 총 비용 계산) → Plan Generator (후보 실행계획들 생성). 그 뒤 Row Source Generator 가 최적 계획을 받아 실행 가능한 형태로 출력한다. 공식 매뉴얼 § SQL Processing ↗</a:t>
            </a:r>
            <a:endParaRPr lang="en-US" sz="160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250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Estimator의 세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 · 계산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selectivity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조건으로 선택될 것으로 예상되는 행 비율 = 1 / num_distinct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cardinality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액세스 단계를 거친 뒤 나올 예상 건수 = 총 행수 × selectivity — 플랜의 E-Rows가 바로 이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실행에 필요한 표준화된 I/O에 대한 최적 예측 비용 ( _optimizer_cost_model =CHOOSE: 8i I/O → 10g CPU 비용)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E-Rows를 손으로 계산해보기 (num_rows=107)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num_rows, column_name, num_distinct, 1/num_distinct selectivity,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num_rows/num_distinct cardinality, histogram from dba_tables t, dba_tab_columns c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.052631579   5.63157895   ← job 하나당 예상 6명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.090909091   9.72727273   ← 부서 하나당 예상 10명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E-Rows의 정체가 풀렸다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73일차부터 봐온 E-Rows는 마법이 아니라 산수 였다 — 총 행수 107 ÷ 값 종류 수. 히스토그램이 없으면 옵티마이저는 모든 값이 균등하게 분포한다고 가정 하고 이 나눗셈 하나로 추정한다. 그래서 부서 10번(실제 1명)도 50번(실제 45명)도 똑같이 E-Rows 10 — 균등 가정의 한계가 다음 절의 주제다.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통계 삭제 후 실행 — 옵티마이저가 즉석 샘플링으로 버틴다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dbms_stats.delete_table_stats('hr','emp')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 - dynamic statistics used: dynamic sampling (level=2)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size 1(히스토그램 없이) 수집 — 균등 가정으로 계산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dbms_stats.gather_table_stats('hr','emp',method_opt=&gt;'for all columns size 1')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job_id='IT_PROG' → E-Rows 6 (107/19 반올림) · department_id=10 → E-Rows 10 (107/11) vs 실제 1</a:t>
            </a:r>
            <a:endParaRPr lang="en-US" sz="12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Note는 통계의 건강 상태 표시등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지우면 플랜 Note에 dynamic statistics used: dynamic sampling (level=2) 가 뜬다 — 파싱 시점에 즉석으로 샘플을 떠서 추정했다는 뜻. 운영에서 이 Note가 보이면 "이 테이블 통계가 없거나 부족하다"는 신호다. size 1로 수집하면 Note는 사라지지만 균등 가정 이라 치우친 분포(부서 50번=45명 vs 10번=1명)에선 E-Rows가 크게 빗나간다.</a:t>
            </a:r>
            <a:endParaRPr lang="en-US" sz="13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조건절에 자주 쓰이면서 분포가 균일하지 않은 컬럼에 히스토그램을 만든다. 버킷 수 최대 2048 (11g는 254). 유형: Frequency (도수분포, 값의 수 = 버킷 수) / height balanced (높이균형, 값의 수 &gt; 버킷 수).</a:t>
            </a:r>
            <a:endParaRPr lang="en-US" sz="1600" dirty="0"/>
          </a:p>
        </p:txBody>
      </p:sp>
      <p:graphicFrame>
        <p:nvGraphicFramePr>
          <p:cNvPr id="1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method_opt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1'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히스토그램을 만들지 않겠다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columns size 20 job_id'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특정 컬럼에만 (여러 컬럼: job_id,department_id · 컬럼별 버킷: ... size 12 )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254'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컬럼에 히스토그램 — 주의!! (필요 없는 컬럼까지)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repeat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기존에 히스토그램이 있는 컬럼에만 다시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auto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조건절 사용 비중 높은 컬럼( sys.col_usage$ )을 찾아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skewonly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분포를 분석해 균일하지 않은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히스토그램이 E-Rows를 바로잡는 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job_id에 히스토그램을 만들자( size 20 job_id ) IT_PROG 의 E-Rows가 균등 가정 6에서 5(실제와 일치) 로 바뀌고 플랜도 EMP_JOB_IDX 인덱스를 탄다. 이어 department_id에도 만들자 부서 10번의 E-Rows가 10 → 1(정확) . 단 노트 실측에서 SA_REP (30명)과 부서 50번(45명)은 여전히 E-Rows 10으로 찍혔다 — 수업 노트에 설명이 없는 부분이라 홈랩 재확인 권장 (shared_pool flush 직후의 커서 상태 영향 가능성 등은 추정일 뿐).</a:t>
            </a:r>
            <a:endParaRPr lang="en-US" sz="13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 수집 운영 옵션 — no_invalidate · cascade · degree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900" dirty="0"/>
          </a:p>
        </p:txBody>
      </p:sp>
      <p:graphicFrame>
        <p:nvGraphicFramePr>
          <p:cNvPr id="1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2082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no_invalidate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library cache의 연관 LCO 무효화 여부 — true(무효화 안 함) / false(즉시 무효화) / dbms_stats.auto_invalidate ( 기본값 , 정해진 시간 동안 조금씩 — _optimizer_invalidation_period =18000초)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cascade=&gt;true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통계와 함께 관련 인덱스 통계도 수집 (단독: gather_index_stats('hr','emp_dept_idx')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degree=&gt;2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수집을 병렬로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88620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00507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무효화가 문제인가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54456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새로 수집하면 그 통계로 만든 기존 커서(LCO)들이 낡은 판단이 된다. 즉시 전부 무효화(false)하면 hard parse 폭풍, 안 하면(true) 낡은 플랜 지속 — 그래서 기본값은 18000초에 걸쳐 조금씩 무효화하는 auto_invalidate다.</a:t>
            </a:r>
            <a:endParaRPr lang="en-US" sz="13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660904"/>
            <a:ext cx="105064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10g부터 auto optimizer stats collection 이 유지보수 윈도우에서 자동으로 돈다( dba_autotask_client 에서 ENABLED 확인). 윈도우는 평일 22시부터 4시간, 주말 6시부터 20시간 ( dba_scheduler_windows ) — DBMS_SCHEDULER.SET_ATTRIBUTE 로 시각(repeat_interval)·길이(duration, numtodsinterval)를 바꿀 수 있다. 수집 대상: ① 한 번도 통계 수집하지 않은 테이블( last_analyzed is null ) ② 마지막 수집 이후 10% 변화율 이 생긴 테이블.</a:t>
            </a:r>
            <a:endParaRPr lang="en-US" sz="16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stale 추적 실험: insert 2건 → update 15건 → delete 5건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* from dba_tab_modifications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INSERTS 2  UPDATES 15  DELETES 5   ← DML 누적 카운터 (수집하면 리셋)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stale_stats from dba_tab_statistics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STALE_STATS: NO → (10% 초과 변경 후) YES → (재수집 후) 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임계치 변경(기본 10%) · 수집 잠금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dbms_stats.set_table_prefs('hr','emp','stale_percent','40')  -- dba_tab_stat_prefs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dbms_stats.lock_table_stats('hr','emp')  -- stattype_locked=ALL, 수집 차단</a:t>
            </a:r>
            <a:endParaRPr lang="en-US" sz="125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statistics_level과 이 장치들의 관계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statistics_level=typical (기본)이어야 DML 카운터(dba_tab_modifications)·stale 판정 같은 자체 관리 통계가 수집된다. basic은 수집 안 함(자동 장치들이 눈을 잃는다), all은 OS 정보까지 전부. 자동 수집을 끄려면 dbms_auto_task_admin.disable(client_name=&gt;'auto optimizer stats collection', ...) — DISABLED로 바뀐다.</a:t>
            </a:r>
            <a:endParaRPr lang="en-US" sz="13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통계는 수집 이력이 남고( dba_tab_stats_history , 기본 31일 보관), 백업·비교·복원이 된다:</a:t>
            </a:r>
            <a:endParaRPr lang="en-US" sz="1600" dirty="0"/>
          </a:p>
        </p:txBody>
      </p:sp>
      <p:graphicFrame>
        <p:nvGraphicFramePr>
          <p:cNvPr id="1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96265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create_stat_table → export_table_stats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통계를 사용자 테이블(stattab)에 백업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diff_table_stats_in_stattab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 vs 현재 통계 비교 리포트 — 실측: ROWS 100 vs 1100, COL1 NDV 100 vs 101, HIST NO vs YES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백업본으로 되돌리기 (last_analyzed도 export 시점으로)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restore_table_stats('hr','tab','시각')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이력에서 특정 시점으로 복원 — 주의!! 히스토그램은 restore 안 된다 (실측: 복원 후 COL1 FREQUENCY가 NONE)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get_stats_history_availability / _retention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복원 가능한 가장 오래된 시점 / 보유 기간(31일, alter_stats_history_retention(7) 로 변경)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purge_stats(시각) · set_table_stats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시점 이전 이력 삭제 · 통계 값을 수동으로 지정(numrows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배우나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재수집 후 플랜이 나빠졌을 때(플랜 회귀) "어제의 통계로 돌아가기"가 운영의 실전 카드다. 단 히스토그램은 이력 복원이 안 되니, 중요한 통계는 export로 백업해두는 쪽이 안전하다.</a:t>
            </a:r>
            <a:endParaRPr lang="en-US" sz="13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174</Slides>
  <Notes>174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174</vt:i4>
      </vt:variant>
    </vt:vector>
  </HeadingPairs>
  <TitlesOfParts>
    <vt:vector size="1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2026-07-09T08:54:48Z</dcterms:created>
  <dcterms:modified xsi:type="dcterms:W3CDTF">2026-07-09T08:54:48Z</dcterms:modified>
</cp:coreProperties>
</file>