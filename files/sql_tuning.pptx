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</p:sldIdLst>
  <p:notesMasterIdLst>
    <p:notesMasterId r:id="rId2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notesMaster" Target="notesMasters/notesMaster1.xml"/><Relationship Id="rId214" Type="http://schemas.openxmlformats.org/officeDocument/2006/relationships/presProps" Target="presProps.xml"/><Relationship Id="rId215" Type="http://schemas.openxmlformats.org/officeDocument/2006/relationships/viewProps" Target="viewProps.xml"/><Relationship Id="rId216" Type="http://schemas.openxmlformats.org/officeDocument/2006/relationships/theme" Target="theme/theme1.xml"/><Relationship Id="rId2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45364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47192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28651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16992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1882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581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388620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39044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297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460248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46207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5013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531876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55648" y="5337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755648" y="5730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173736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245364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247192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28651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316992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31882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3581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72784" y="388620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87184" y="39044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187184" y="4297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72784" y="460248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187184" y="46207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187184" y="5013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72784" y="531876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187184" y="5337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7187184" y="5730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45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주로 NL 안쪽과 FILTER 서브쿼리(§8.2)에서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①처럼 한 바퀴로 끝나지 않고 안쪽 반복이 5번 낀다 — 단 이 플랜은 batched 모양이라 인덱스(Id 5)는 1번의 Starts로 5건을 모아 주고, 테이블 행 읽기(Id 6)가 5번 반복됐다.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때의 옵티마이저 기본 플랜 (힌트 실험은 아래 tip — 별도 실행)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BUFFER SORT        |    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— 그 실행의 플랜(위 기본 플랜과는 다른 실행 )은 순서 e→d→l에 d가 NL(인덱스가 없어 안쪽 full)이었다. 무시된 건 nse_nl(l) 하나 — use_nl의 오타 라 l만 hash로 붙었다.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검산: 안쪽 E-Rows 4는 1회 기준 — 4×27=108 ≈ A-Rows 106 ✓. 누적으로 오독해 10×27=270처럼 읽으면 틀린다).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(10.2.0.5)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 (이 표기는 12c부터)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읽기를 한 call에 묶는 db file parallel read — 블록 1개씩 읽을 때의 db file sequential read 와 구분).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660904"/>
            <a:ext cx="105064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영역(수동 PGA 관리 파라미터 — 기본인 자동 관리에선 pga_aggregate_target 기반 작업영역이 대신함)에 올리고, 큰 집합을 probe 하며 해시 탐색으로 조인한다. 해시 키 컬럼에 중복이 적을수록 유리하고(같은 값이 몰리면 그 버킷을 길게 뒤진다 — 다른 값이 같은 버킷에 드는 해시 충돌 과는 별개 개념, 아래 60·210이 충돌의 예),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93392"/>
            <a:ext cx="10506456" cy="3785616"/>
          </a:xfrm>
          <a:prstGeom prst="roundRect">
            <a:avLst>
              <a:gd name="adj" fmla="val 2899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112264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945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651760"/>
            <a:ext cx="995781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 — 문법이 강제하는 건 조인 순서 이고, build/probe는 비용 판단이라 옵티마이저가 스스로 RIGHT OUTER로 바꿔 (+)쪽을 build로 올리기도 한다.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질의가 참조하는 컬럼(SELECT와 WHERE 모두)이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2블록(단독 count(*) 실측 — 본 플랜의 반복 실행에선 회당 3블록으로 찍힘: 36÷12)이니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no_eliminate_join(d)  (수업 노트 표기 no_eliminated_join은 오타 — 잘못된 힌트는 조용히 무시됨)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관련 lock 문제 — 미인덱스 FK 상태에서 부모 PK를 갱신/삭제할 때 자식(FK 쪽) 테이블이 잠기던 이슈 — 는 9i에서 완화됐다.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기본적으로 후행(inner) — 단 RIGHT SEMI/ANTI 변형에선 서브쿼리 쪽이 build(선행)로 온다(§8.3의 HASH JOIN RIGHT SEMI가 그 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job_id = 'IT_PROG'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어제(§8.11)는 조인 조건 을 뷰 안으로 넣었다. 오늘은 상수 조건절 — group by 복합 뷰의 merging이 실패했을 때, 조건절 pushdown 은 쿼리 블록 밖 의 조건절을 안 으로 넣어 group by 할 데이터양을 줄인다: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뷰 밖의 where department_id = 20 이 뷰 안으로 들어갔다 (Buffers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SORT GROUP BY NOSORT        |                   |  ← 정렬 없는 group by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| EMP_DEPARTMENT_IX |  3 - access("DEPARTMENT_ID"=20)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where를 뷰 안에 직접 쓴 문장과 plan hash까지 동일(2036705853) · 뷰 단독 group by는 107행/6블록</a:t>
            </a:r>
            <a:endParaRPr lang="en-US" sz="12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 pullup — 안의 조건을 꺼내 반대편 뷰에 다시 넣는다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 뷰 a(=20 조건 있음)와 b(조건 없음)를 조인하면 — a 안 의 department_id=20 을 밖으로 끌어냈다가(pullup) b 안으로 다시 밀어 넣는다 . Predicate에 5 - access(=20) · 9 - access(=20) 가 양쪽 뷰에 찍히고 b도 107행 group by를 면한다(Buffers 4). 이 이동 전체를 제어하는 파라미터가 _pred_move_around (기본 TRUE) — false로 끄면 b가 107행 전체를 group by(8)하고, 그 상태에서 push_pred(b) 를 주면 §8.11의 조인 조건 pushdown(VIEW PUSHED PREDICATE, 4)이 대신 일한다.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GROUP BY NOSORT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인덱스(EMP_DEPARTMENT_IX)가 group by 키 순서로 값을 주니 정렬 없이 그룹 경계만 끊는다. "인덱스가 정렬을 대체한다"(§5.5 ORDER BY 흡수 → §7.9 SORT JOIN 생략)의 세 번째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"자기 부서 평균보다 급여가 높은 사원" — e.salary &gt; (select avg(salary) ... where department_id = d.department_id) . 옵티마이저가 이 집계 상호관련 서브쿼리를 unnesting해 메인 쿼리의 분석함수로 변환 한다(제어: _remove_aggr_subquery , 기본 TRUE):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기본(TRUE): 분석함수 변환 — Buffers 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VIEW          | VW_WIF_1 |  1 - filter("VW_COL_5"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WINDOW BUFFER|          |  ← avg() over(partition by ...)의 흔적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false: 서브쿼리를 group by 뷰(VW_SQ_1)로 unnest 후 조인 — Buffers 17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VIEW       | VW_SQ_1  |  EMP를 두 번 읽는다(107+107)</a:t>
            </a:r>
            <a:endParaRPr lang="en-US" sz="12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분석함수 쪽이 싼가 — EMP를 한 번만 읽는다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unnest 방식(VW_SQ_1)은 평균 계산용으로 EMP 전체를 한 번, 본문용으로 또 한 번 — 같은 테이블을 두 번 읽는다(17). 분석함수 변환(VW_WIF_1)은 조인 결과 위에서 avg() over(partition by department_id) 를 계산하고 case ... IS NOT NULL 로 거르므로 EMP를 한 번만 읽는다(8). 수동으로도 같은 문장을 만들 수 있다 — 분석함수+case를 인라인 뷰로 감싸고 밖에서 case_sal is not null (plan hash가 자동 변환과 같은 모양).</a:t>
            </a:r>
            <a:endParaRPr lang="en-US" sz="13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900" dirty="0"/>
          </a:p>
        </p:txBody>
      </p:sp>
      <p:graphicFrame>
        <p:nvGraphicFramePr>
          <p:cNvPr id="1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합 — 각 행 옆에 같은 값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over(order by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누적 합 (running total)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over(partition by department_id)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부서별 합 · order by까지 붙이면 부서별 누적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rank() over(order by salary desc)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동점이면 다음 순위에 갭 (1,1,3…)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dense_rank() over(...)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동점이어도 연이은 순위 (1,1,2…)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listagg(last_name, ',') within group (order by 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행의 값을 가로 한 줄로 연결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top-n의 rownum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rownum &lt;= 10 order by salary desc 는 랜덤 10건을 먼저 뽑고 나서 정렬한다(rownum이 order by보다 먼저 적용). 올바른 top-n: ① 인라인 뷰에서 order by 후 밖에서 rownum &lt;= 10 ② rank() over(order by salary desc) 를 뷰로 감싸 rank &lt;= 10 (동점 처리까지). 부서 이름별 최고 급여자도 같은 패턴 — rank() over(partition by ... )=1 또는 case salary = max() over(...) .</a:t>
            </a:r>
            <a:endParaRPr lang="en-US" sz="13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RBO에서 CBO로 — 규칙이 아니라 비용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142</a:t>
            </a:r>
            <a:endParaRPr lang="en-US" sz="90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RBO (Rule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CBO (Cost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정해진 규칙의 순위 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비용을 예측 해 최저 비용 선택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함 — 인덱스가 있으면 테이블 크기·인덱스 효율을 무시하고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 통계 + 시스템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10g부터 지원 중단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oracle 7부터 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CBO가 보는 통계 — 어디에 저장되나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 통계 : 테이블( sys.tab$ ·dba_tables·dba_tab_statistics) · 컬럼( sys.col$ ·dba_tab_columns) · 인덱스( sys.ind$ ·dba_indexes). 시스템 통계 ( sys.aux_stats$ ): CPU 속도·디스크 I/O 성능. §8.8의 히스토그램(값별 분포)이 컬럼 통계의 일부다. RBO가 놓치던 "테이블 크기·인덱스 효율"이 전부 여기 있다.</a:t>
            </a:r>
            <a:endParaRPr lang="en-US" sz="13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하드웨어 특성(I/O·CPU 성능)을 수집해 비용 계산에 반영한다. _optimizer_cost_model = CHOOSE : 시스템 통계가 있으면 CPU 모델, 없으면 I/O 모델.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</a:t>
            </a:r>
            <a:endParaRPr lang="en-US" sz="90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noworkload (10g, 수집 없이도 기본 제공)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CPUSPEEDNW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속도(백만 연산/초) — 실측 2547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IOSEEKTIM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헤드 이동 시간(보편 5~15ms) — 실측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IOTFRSPEED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서브시스템에서 읽는 속도(byte/ms) — 실측 4096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workload (9i, 실제 부하에서 수집)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SREADTIM / MREADTIM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single / multi block I/O 속도(ms)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CPU 초당 연산 수(백만/초)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MBRC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multiblock I/O 시 평균으로 읽은 블록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MAXTHR / SLAVETHR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최대 처리량 / 병렬 slave 평균 처리량(byte/초)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수집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dbms_stats.gather_system_stats(gathering_mode=&gt;'NOWORKLOAD')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dbms_stats.gather_system_stats(gathering_mode=&gt;'start')  -- 부하 구간 시작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dbms_stats.gather_system_stats(gathering_mode=&gt;'stop')   -- 끝 (또는 interval=&gt;120)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개발 DB 통계를 운영에 반영 (동일 판단 환경 만들기)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dbms_stats.set_system_stats('SREADTIM', 1.2)  -- MREADTIM·MBRC·CPUSPEED·MAXTHR·SLAVETHR 동일</a:t>
            </a:r>
            <a:endParaRPr lang="en-US" sz="12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</a:t>
            </a:r>
            <a:endParaRPr lang="en-US" sz="90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목표·용도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all_rows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처리율 최적화(10g 기본값) — DSS·batch성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first_rows / first_rows_n (1·10·100·1000)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응답속도 최적화 — OLTP. 처음 n건이 나올 때까지의 시간을 줄인다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choose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있으면 all_rows, 없으면 rule (9i 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무관 RBO — 지금은 학습·호환용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쿼리, 모드만 바꿨더니 — full 9 vs index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department_id = 50 (45행): all_rows 는 전체 처리율 기준이라 full scan(9) . first_rows(10) 힌트를 주면 "처음 10건만 빨리"가 목표라 INDEX RANGE SCAN 을 태운다(E-Rows도 10으로) — Buffers 총량은 같아도(9) 첫 행이 나오는 시점이 다르다. 세션/시스템 레벨: alter session set optimizer_mode = first_rows_10 .</a:t>
            </a:r>
            <a:endParaRPr lang="en-US" sz="13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옵티마이저에게 영향을 주는 요소 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오라클 버전( v$version · optimizer_features_enable ) · 옵티마이저 파라미터( v$sys_optimizer_env ) · 통계 정보 · 힌트 · SQL 연산자 · 인덱스 설계 · 제약 조건. 지금까지 배운 것들이 전부 이 목록 안에 있다(제약 조건→조인 제거, 힌트→3형제, 연산자→인덱스 무력화).</a:t>
            </a:r>
            <a:endParaRPr lang="en-US" sz="13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5740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내부는 3단 파이프라인이다: Query Transformer (최적화하기 쉬운 형태로 SQL 변환 — 결과 동일이 보장될 때만, Part 08 전체가 이 단계) → Estimator (실행계획 전체의 총 비용 계산) → Plan Generator (후보 실행계획들 생성). 그 뒤 Row Source Generator 가 최적 계획을 받아 실행 가능한 형태로 출력한다. 공식 매뉴얼 § SQL Processing ↗</a:t>
            </a:r>
            <a:endParaRPr lang="en-US" sz="1600" dirty="0"/>
          </a:p>
        </p:txBody>
      </p:sp>
      <p:graphicFrame>
        <p:nvGraphicFramePr>
          <p:cNvPr id="1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250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Estimator의 세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 · 계산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selectivity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조건으로 선택될 것으로 예상되는 행 비율 — 등호(=) 조건·히스토그램 없음 기준으로 1 / num_distinct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cardinality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액세스 단계를 거친 뒤 나올 예상 건수 = 총 행수 × selectivity — 플랜의 E-Rows가 바로 이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 실행에 필요한 표준화된 I/O에 대한 최적 예측 비용 ( _optimizer_cost_model =CHOOSE: 8i I/O → 10g CPU 비용)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E-Rows를 손으로 계산해보기 (num_rows=107)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num_rows, column_name, num_distinct, 1/num_distinct selectivity,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num_rows/num_distinct cardinality, histogram from dba_tables t, dba_tab_columns c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.052631579   5.63157895   ← job 하나당 예상 6명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.090909091   9.72727273   ← 부서 하나당 예상 10명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E-Rows의 정체가 풀렸다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73일차부터 봐온 E-Rows는 마법이 아니라 산수 였다 — 총 행수 107 ÷ 값 종류 수. 히스토그램이 없으면 옵티마이저는 모든 값이 균등하게 분포한다고 가정 하고 이 나눗셈 하나로 추정한다. 그래서 부서 10번(실제 1명)도 50번(실제 45명)도 똑같이 E-Rows 10 — 균등 가정의 한계가 다음 절의 주제다.</a:t>
            </a:r>
            <a:endParaRPr lang="en-US" sz="13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통계 삭제 후 실행 — 옵티마이저가 즉석 샘플링으로 버틴다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dbms_stats.delete_table_stats('hr','emp')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 - dynamic statistics used: dynamic sampling (level=2)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size 1(히스토그램 없이) 수집 — 균등 가정으로 계산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dbms_stats.gather_table_stats('hr','emp',method_opt=&gt;'for all columns size 1')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job_id='IT_PROG' → E-Rows 6 (107/19 반올림) · department_id=10 → E-Rows 10 (107/11) vs 실제 1</a:t>
            </a:r>
            <a:endParaRPr lang="en-US" sz="12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Note는 통계의 건강 상태 표시등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지우면 플랜 Note에 dynamic statistics used: dynamic sampling (level=2) 가 뜬다 — 파싱 시점에 즉석으로 샘플을 떠서 추정했다는 뜻. 운영에서 이 Note가 보이면 "이 테이블 통계가 없거나 부족하다"는 신호다. size 1로 수집하면 Note는 사라지지만 균등 가정 이라 치우친 분포(부서 50번=45명 vs 10번=1명)에선 E-Rows가 크게 빗나간다.</a:t>
            </a:r>
            <a:endParaRPr lang="en-US" sz="13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조건절에 자주 쓰이면서 분포가 균일하지 않은 컬럼에 히스토그램을 만든다. 버킷 수 최대 2048 (11g는 254). 유형: Frequency (도수분포, 값의 수 = 버킷 수) / height balanced (높이균형, 값의 수 &gt; 버킷 수) — 수업 기준의 고전 2유형이며, 12c부터는 hybrid·top frequency가 추가되고 height balanced는 잘 만들어지지 않는다.</a:t>
            </a:r>
            <a:endParaRPr lang="en-US" sz="16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154</a:t>
            </a:r>
            <a:endParaRPr lang="en-US" sz="900" dirty="0"/>
          </a:p>
        </p:txBody>
      </p:sp>
      <p:graphicFrame>
        <p:nvGraphicFramePr>
          <p:cNvPr id="1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method_opt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1'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히스토그램을 만들지 않겠다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columns size 20 job_id'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특정 컬럼에만 (여러 컬럼: job_id,department_id · 컬럼별 버킷: ... size 12 )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254'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컬럼에 히스토그램 — 주의!! (필요 없는 컬럼까지)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repeat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기존에 히스토그램이 있는 컬럼에만 다시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auto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조건절 사용 비중( sys.col_usage$ ) 과 데이터 분포 치우침을 함께 보고 필요한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skewonly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분포를 분석해 균일하지 않은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히스토그램이 E-Rows를 바로잡는 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job_id에 히스토그램을 만들자( size 20 job_id ) IT_PROG 의 E-Rows가 균등 가정 6에서 5(실제와 일치) 로 바뀌고 플랜도 EMP_JOB_IDX 인덱스를 탄다. 이어 department_id에도 만들자 부서 10번의 E-Rows가 10 → 1(정확) . 단 노트 실측에서 SA_REP (30명)과 부서 50번(45명)은 여전히 E-Rows 10으로 찍혔다 — 수업 노트에 설명이 없는 부분이라 홈랩 재확인 권장 (shared_pool flush 직후의 커서 상태 영향 가능성 등은 추정일 뿐).</a:t>
            </a:r>
            <a:endParaRPr lang="en-US" sz="13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 수집 운영 옵션 — no_invalidate · cascade · degree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</a:t>
            </a:r>
            <a:endParaRPr lang="en-US" sz="900" dirty="0"/>
          </a:p>
        </p:txBody>
      </p:sp>
      <p:graphicFrame>
        <p:nvGraphicFramePr>
          <p:cNvPr id="1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02082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no_invalidate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library cache의 연관 LCO 무효화 여부 — true(무효화 안 함) / false(즉시 무효화) / dbms_stats.auto_invalidate ( 기본값 , 정해진 시간 동안 조금씩 — _optimizer_invalidation_period =18000초)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cascade=&gt;true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통계와 함께 관련 인덱스 통계도 수집 (단독: gather_index_stats('hr','emp_dept_idx')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degree=&gt;2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수집을 병렬로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88620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00507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무효화가 문제인가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54456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새로 수집하면 그 통계로 만든 기존 커서(LCO)들이 낡은 판단이 된다. 즉시 전부 무효화(false)하면 hard parse 폭풍, 안 하면(true) 낡은 플랜 지속 — 그래서 기본값은 18000초에 걸쳐 조금씩 무효화하는 auto_invalidate다.</a:t>
            </a:r>
            <a:endParaRPr lang="en-US" sz="13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96312"/>
            <a:ext cx="1050645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통계 수집은 10g부터(당시 이름 GATHER_STATS_JOB) — 지금 형태인 auto optimizer stats collection · dba_autotask_client ·아래 윈도우 체계는 11g 이후 다. 유지보수 윈도우에서 자동으로 돈다(ENABLED 확인). 윈도우는 평일 22시부터 4시간, 주말 6시부터 20시간 ( dba_scheduler_windows ) — DBMS_SCHEDULER.SET_ATTRIBUTE 로 시각(repeat_interval)·길이(duration, numtodsinterval)를 바꿀 수 있다. 수집 대상: ① 한 번도 통계 수집하지 않은 테이블( last_analyzed is null ) ② 마지막 수집 이후 10% 변화율 이 생긴 테이블.</a:t>
            </a:r>
            <a:endParaRPr lang="en-US" sz="16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stale 추적 실험: insert 2건 → update 15건 → delete 5건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* from dba_tab_modifications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INSERTS 2  UPDATES 15  DELETES 5   ← DML 누적 카운터 (수집하면 리셋)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stale_stats from dba_tab_statistics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STALE_STATS: NO → (10% 초과 변경 후) YES → (재수집 후) 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임계치 변경(기본 10%) · 수집 잠금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dbms_stats.set_table_prefs('hr','emp','stale_percent','40')  -- dba_tab_stat_prefs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dbms_stats.lock_table_stats('hr','emp')  -- stattype_locked=ALL, 수집 차단</a:t>
            </a:r>
            <a:endParaRPr lang="en-US" sz="12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statistics_level과 이 장치들의 관계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statistics_level=typical (기본)이어야 DML 카운터(dba_tab_modifications)·stale 판정 같은 자체 관리 통계가 수집된다. basic은 수집 안 함(자동 장치들이 눈을 잃는다), all은 OS 정보까지 전부. 자동 수집을 끄려면 dbms_auto_task_admin.disable(client_name=&gt;'auto optimizer stats collection', ...) — DISABLED로 바뀐다.</a:t>
            </a:r>
            <a:endParaRPr lang="en-US" sz="13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통계는 수집 이력이 남고( dba_tab_stats_history , 기본 31일 보관), 백업·비교·복원이 된다:</a:t>
            </a:r>
            <a:endParaRPr lang="en-US" sz="1600" dirty="0"/>
          </a:p>
        </p:txBody>
      </p:sp>
      <p:graphicFrame>
        <p:nvGraphicFramePr>
          <p:cNvPr id="1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962656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create_stat_table → export_table_stats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통계를 사용자 테이블(stattab)에 백업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diff_table_stats_in_stattab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 vs 현재 통계 비교 리포트 — 실측: ROWS 100 vs 1100, COL1 NDV 100 vs 101, HIST NO vs YES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백업본으로 되돌리기 (last_analyzed도 export 시점으로)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restore_table_stats('hr','tab','시각')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이력에서 특정 시점으로 복원 — 주의!! 수업 실측에선 히스토그램이 복원되지 않았다 (FREQUENCY→NONE). 단 공식 문서상 복원 제약은 ANALYZE 수집분·사용자 정의 통계뿐이고 히스토그램 이력도 보관되므로, 케이스 의존일 수 있다 — 홈랩 재확인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get_stats_history_availability / _retention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복원 가능한 가장 오래된 시점 / 보유 기간(31일, alter_stats_history_retention(7) 로 변경)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purge_stats(시각) · set_table_stats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시점 이전 이력 삭제 · 통계 값을 수동으로 지정(numrows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배우나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재수집 후 플랜이 나빠졌을 때(플랜 회귀) "어제의 통계로 돌아가기"가 운영의 실전 카드다. 단 수업 실측에선 히스토그램이 이력 복원에서 빠졌으니(공식 문서와 어긋나는 지점 — 재확인 권장), 히스토그램이 중요한 통계는 export로 백업해두는 쪽이 안전하다.</a:t>
            </a:r>
            <a:endParaRPr lang="en-US" sz="13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6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파싱은 비싸다(내부구조편 §Parse) — 그래서 오라클은 같은 SQL이면 커서(실행계획)를 공유 한다. 그런데 공유란 "플랜 하나를 여럿이 같이 쓴다"는 뜻이다. 데이터가 치우쳐 있으면(50번 부서 45명, 10번 부서 1명) 그 하나의 플랜이 누군가에게는 최악이 된다. 오늘은 공유의 이득(§10.1~10.2), 함정(§10.3~10.5), 오라클의 해법 ACS(§10.6), 그리고 수동 처방(§10.7).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실습 준비: 무작위 순서로 emp 재생성 + 인덱스 2개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 tablespace users as select * from hr.employees order by dbms_random.value;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hr.emp_idx on hr.emp(employee_id);   -- + PK 제약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hr.emp_dept_idx on hr.emp(department_id);</a:t>
            </a:r>
            <a:endParaRPr lang="en-US" sz="12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722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값만 다른 다섯 문장을 리터럴로 실행하면, v$sql에 커서 다섯 개 가 생긴다.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30652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1866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1866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1866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589020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employee_id = 100;   -- 101, 102, 103, 104도 각각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PARSE_CALLS LOADS EXECUTIONS  HASH_VALUE PLAN_HASH_VALUE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5g6ygund8wa94 select * from hr.emp where employee_id = 100             1     1          1   445524260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9z06k8rm2hfsf select * from hr.emp where employee_id = 101             1     1          1  3861396238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2j2qaayc7xh8q select * from hr.emp where employee_id = 102             1     1          1  2558443798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fczhk3xx8k3bm select * from hr.emp where employee_id = 103             1     1          1  2055802227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dczf7ww35yukm select * from hr.emp where employee_id = 104             1     1          1   106916435      2466118986</a:t>
            </a:r>
            <a:endParaRPr lang="en-US" sz="125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SQL_ID·HASH_VALUE는 전부 다른데 PLAN_HASH_VALUE는 다섯 개 모두 2466118986 — 하는 일(INDEX UNIQUE SCAN → TABLE ACCESS BY INDEX ROWID)은 완전히 같다. LOADS가 1씩이니 hard parse를 5번 한 것이다.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해시 두 개를 구분하라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 / hash_value 는 SQL 텍스트 의 해시, plan_hash_value 는 실행계획 의 해시다. 텍스트가 한 글자라도 다르면 다른 커서 — 같은 플랜을 5번 만들어 shared pool 5자리를 차지하고, 만들 때마다 라이브러리 캐시 latch를 잡는다(내부구조편 hard parse 동시성). 값만 다른 SQL이 수만 개면 이게 그대로 장애 재료다.</a:t>
            </a:r>
            <a:endParaRPr lang="en-US" sz="13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</a:t>
            </a:r>
            <a:endParaRPr lang="en-US" sz="900" dirty="0"/>
          </a:p>
        </p:txBody>
      </p:sp>
      <p:graphicFrame>
        <p:nvGraphicFramePr>
          <p:cNvPr id="1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EXACT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SQL문이 똑같은 경우만 커서를 공유한다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문자열은 모두 같고 일부 값만 다를 때, 그 값들을 바인드 변수로 대체해 공유 가능한 커서를 만들어 쓴다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59816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3854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3854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3854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425653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cursor_sharing = force;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같은 5문장 실행 후 v$sql: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       PARSE_CALLS LOADS EXECUTIONS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awdc07c3dg4qv select * from hr.emp where employee_id = :"SYS_B_0"            5     1          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2 - access("EMPLOYEE_ID"=:SYS_B_0)</a:t>
            </a:r>
            <a:endParaRPr lang="en-US" sz="125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6771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리터럴 100~104가 시스템 바인드 :"SYS_B_0" 으로 치환되어 커서 하나에 5번 실행 (LOADS 1 — hard parse 1번)으로 바뀌었다. employee_id는 unique 컬럼이라 어떤 값이든 1행 — 플랜을 공유해도 손해 볼 사람이 없다. 여기까지는 순수 이득.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1363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3250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1148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FORCE는 응급처치.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7200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애플리케이션이 리터럴을 남발할 때 서버 쪽에서 강제로 바인드화하는 수단이고, 근본 해법은 앱이 바인드 변수를 쓰는 것. 그리고 바로 다음 절부터, 바인드에는 바인드의 함정이 있다.</a:t>
            </a:r>
            <a:endParaRPr lang="en-US" sz="13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변수의 딜레마: 파싱 시점에는 값을 모른다 → 값을 모르면 히스토그램(§9.6)을 쓸 수 없다. 그래서 _optim_peek_user_binds=TRUE : 바인드 변수를 포함한 SQL이 최초로 실행될 때, 그 바인드 값을 이용해 실행계획을 수립 한다. 문제는 그렇게 정해진 플랜을 이후의 모든 값이 재사용 한다는 것.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0215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6616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peeking: 첫 실행의 값이 플랜을 정하고, 이후 값들은 soft parse로 그 플랜을 그대로 재사용한다.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09651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실행 :b_id = 50 · hard parse 시점에 peek · 플랜 확정: FULL · 50 = 45명 → full이 이득 · :b_id = 10 (1명) → FULL 재사용 · index가 이득인데 full로 — 손해 · :b_id = 80 (34명) → FULL 재사용 · soft parse — 플랜은 다시 안 세운다</a:t>
            </a:r>
            <a:endParaRPr lang="en-US" sz="12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551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히스토그램이 없을 때는 함정이 보이지 않는다. dept 10·20·50·80을 어떤 순서로 실행해도 E-Rows 10(107행÷11종 균등 가정)의 INDEX RANGE SCAN — 값이 뭐든 계산이 같으니 플랜이 갈릴 일 자체가 없다.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71900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279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279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2793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30268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FORCE + 리터럴 dept 10→20→50→80 (히스토그램 없음) — 순서를 50 먼저로 바꿔도 동일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 10 |   690 |  2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        | EMP_DEPT_IDX |   10 |       |  1 (0)|</a:t>
            </a:r>
            <a:endParaRPr lang="en-US" sz="125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227832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346704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4290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함정의 3재료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886200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peeking 단독으로는 무해하다. peeking + 치우친 분포 + 히스토그램 이 모이면 "첫 값이 누구냐"에 따라 전체의 운명이 갈린다 — 다음 절.</a:t>
            </a:r>
            <a:endParaRPr lang="en-US" sz="13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19756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7578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7578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7578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78124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dbms_stats.gather_table_stats('hr','emp',method_opt=&gt;'for columns department_id size 12')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NUM_DISTINCT 11   CARDINALITY 10   HISTOGRAM FREQUENCY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이제 옵티마이저는 "50번=45명, 10번=1명"을 안다 (§9.6의 도수 히스토그램)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479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 상태에서 dept=50이 먼저 들어온 재현 실측 — 공유 커서의 플랜이 통째로 바뀐다:</a:t>
            </a:r>
            <a:endParaRPr lang="en-US" sz="16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99132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551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551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551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57500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flush 후 FORCE + 리터럴 50→10→20→80: plan_hash 3956160932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|      |      |       |     2 (100)|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   2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filter("DEPARTMENT_ID"=:SYS_B_0)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43941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peek된 50에게는 full(45명, 2블록 비용)이 정답이지만, 뒤따라온 10(1명)·20(2명)도 같은 full 플랜 을 쓴다. 첫 값이 10이었다면 반대로 전원이 index 플랜을 썼을 것이다.</a:t>
            </a:r>
            <a:endParaRPr lang="en-US" sz="16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메모(재확인 권장).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조건의 다른 실측 한 번은 E-Rows만 45로 재산정된 index 플랜(cost 6) 이 나왔다(LOADS 3 — 커서 재적재 흔적, 노트에 원인 설명 없음). 강사 결론은 "히스토그램 후 peek=50이면 full" — 홈랩에서 flush로 순서를 통제해 재확인.</a:t>
            </a:r>
            <a:endParaRPr lang="en-US" sz="13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A: 10이 먼저 → index 플랜 확정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var b_id number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:b_id := 10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department_id = :b_id;   -- 이어서 :b_id := 50 재실행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1 |  2 (0)|   ← E-Rows 1 (peek=10)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value_string from v$sql_bind_capture where sql_id='dgcptsda7xr71';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VALUE_STRING: 10          ← 플랜을 정한 첫 값의 증거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B: flush 후 50이 먼저 → full 플랜 확정, 10도 full을 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2 (0)|      VALUE_STRING: 50</a:t>
            </a:r>
            <a:endParaRPr lang="en-US" sz="12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커서를 값만 바꿔 재사용할 때 무슨 일이 나는지, allstats last 로 값별 실측:</a:t>
            </a:r>
            <a:endParaRPr lang="en-US" sz="1600" dirty="0"/>
          </a:p>
        </p:txBody>
      </p:sp>
      <p:graphicFrame>
        <p:nvGraphicFramePr>
          <p:cNvPr id="1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:b_id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(peek=10이 정함)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— 적정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— full이면 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+ full(e) 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694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50에게 index는 9블록, full은 6블록 — 첫 값이 10이었다는 이유만으로 50은 실행할 때마다 3블록씩 손해를 본다. 107행짜리 실습이라 3블록이지, 치우친 대용량이면 이 차이가 그대로 사고가 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86200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05072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v$sql_bind_capture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44568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커서가 잡은 바인드 값(첫 캡처 값)을 보여준다 — "이 커서의 플랜은 누가 정했나"를 추적하는 증거. datatype·max_length도 함께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4942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054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054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054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0779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a.ksppinm, b.ksppstvl from x$ksppi a, x$ksppsv b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a.indx=b.indx and a.ksppinm in ('_optimizer_adaptive_cursor_sharing','_optim_peek_user_binds');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_optimizer_adaptive_cursor_sharing   TRUE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_optim_peek_user_binds               TRUE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42336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1288" y="44897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9888" y="44897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8488" y="44897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1288" y="48920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sql_id, plan_hash_value, is_bind_sensitive, is_bind_aware from v$sql where ...;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dgcptsda7xr71   3956160932   Y N   ← sensitive=Y, aware=N</a:t>
            </a:r>
            <a:endParaRPr lang="en-US" sz="125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177</a:t>
            </a:r>
            <a:endParaRPr lang="en-US" sz="900" dirty="0"/>
          </a:p>
        </p:txBody>
      </p:sp>
      <p:graphicFrame>
        <p:nvGraphicFramePr>
          <p:cNvPr id="1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50008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플래그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수업 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is_bind_sensitive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민감한 커서라는 표시 — 오라클이 값별 실행 통계를 관찰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 (50↔10 반복 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is_bind_aware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따라 적절한 child cursor를 생성해 플랜을 분리 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 — 아직 분화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83133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95020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0325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 관찰 과제.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48970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실측은 sensitive=Y까지 — 같은 커서를 값을 바꿔가며 더 실행하면 aware=Y로 넘어가 child cursor가 갈라지는 순간을 볼 수 있을 것(전환 시점·횟수는 실측으로 재확인).</a:t>
            </a:r>
            <a:endParaRPr lang="en-US" sz="13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요구: 50·80 부서가 들어오면 full scan, 그 외 부서는 index range scan . ACS를 기다리는 대신 SQL 자체를 분기한다:</a:t>
            </a:r>
            <a:endParaRPr lang="en-US" sz="16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in (50,80) and department_id = :b_id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union all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/*+ index(e emp_dept_idx)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not in (50,80) and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:b_id = 50 실측: 위 브랜치만 산다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UNION-ALL                          |              |     1 |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FILTER  filter((:B_ID=50 OR :B_ID=80))           | Starts 1 → A-Rows 45, Buffers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             | EMP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FILTER  filter((:B_ID&lt;&gt;80 AND :B_ID&lt;&gt;50))        | Starts 1 → 자식 Starts 0, Buffers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TABLE ACCESS BY INDEX ROWID BATCHED| EMP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INDEX RANGE SCAN                | EMP_DEPT_IDX |</a:t>
            </a:r>
            <a:endParaRPr lang="en-US" sz="125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FILTER의 조건 (:B_ID=50 OR :B_ID=80) 은 테이블 필터가 아니라 브랜치를 실행할지 말지 정하는 게이트 다. 거짓이면 자식 Starts 0·블록 0 — 실행계획 수준에서 잠긴다. PL/SQL이면 같은 분기를 if :b_id in (50,80) then … full 힌트 … else … index 힌트 로 쓰면 된다(수업의 bulk collect 예제).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무늬를 기억하라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참/거짓이 갈리는 상수 게이트 FILTER — §11.2 파티션 뷰의 NULL IS NOT NULL 과 같은 원리다. "이 브랜치는 볼 필요 없음"을 옵티마이저가 플랜에 박아 넣은 것.</a:t>
            </a:r>
            <a:endParaRPr lang="en-US" sz="13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 왜 파티션인가 — random I/O의 한계와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85623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키 조건이 있으면 옵티마이저는 해당 세그먼트만 읽는다 — 읽을 범위를 튜닝이 아니라 설계로 줄인다.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61288" y="245059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비파티션 테이블 · 세그먼트 1개 · full이든 인덱스든 전 범위가 후보 · range(hire_date) 파티션 · P2004 — 건너뜀 · P2005 — 이 세그먼트만 읽음 · P2006 — 건너뜀 · where hire_date … · = pruning</a:t>
            </a:r>
            <a:endParaRPr lang="en-US" sz="1200" dirty="0"/>
          </a:p>
        </p:txBody>
      </p:sp>
      <p:graphicFrame>
        <p:nvGraphicFramePr>
          <p:cNvPr id="1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보관주기 지난 파티션만 백업·삭제 — 테이블 전체를 건드리지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 조건 → 일부 세그먼트만 스캔(pruning). 인덱스 random I/O의 한계와 full scan의 부담 사이 세 번째 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동시성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파티션은 동시 입력을 여러 세그먼트로 흩어 경합을 줄인다(§11.5)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7버전까지는 파티션 테이블이 없었다 — 테이블 3개에 CHECK 제약 을 걸고 UNION ALL 뷰 로 묶어 파티션을 구현했다:</a:t>
            </a:r>
            <a:endParaRPr lang="en-US" sz="16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hr.p1 add constraint c_dept_10 check(department_id &lt; 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hr.p2 add constraint c_dept_20 check(department_id &gt;= 20 and department_id &lt; 30);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hr.p3 add constraint c_dept_30 check(department_id &gt;= 30 and department_id &lt; 40);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view hr.emp_view as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hr.p1 union all select * from hr.p2 union all select * from hr.p3;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hr.emp_view where department_id = 10;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2 |   UNION-ALL          |          |      1 |        |      1 |       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3 |    TABLE ACCESS FULL | P1       |      1 |      1 |      1 |       7 |  ← 실제로 읽음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4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5 |     TABLE ACCESS FULL| P2       |      0 |      1 |      0 |       0 |  ← Starts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6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7 |     TABLE ACCESS FULL| P3       |      0 |      1 |      0 |       0 |  ← Starts 0</a:t>
            </a:r>
            <a:endParaRPr lang="en-US" sz="125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제약이 "P2·P3에는 dept=10이 있을 수 없다"를 보증하므로, 옵티마이저는 그 브랜치 위에 항상 거짓인 게이트 filter(NULL IS NOT NULL) 를 심는다 → 자식 Starts 0·Buffers 0. dept=10이면 7블록, 조건이 없으면 3테이블 전부 18블록.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NULL IS NOT NULL인가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"이 브랜치는 결과가 없다"를 표현하는 관용구다 — 항상 거짓이므로 자식을 시작조차 안 한다. 근거는 데이터가 아니라 CHECK 제약이라는 약속 : 제약이 없으면 세 테이블을 다 읽어야 한다. §10.7 분기 union all의 :B_ID=50 OR :B_ID=80 게이트와 같은 무늬 — 저쪽은 바인드 값이, 이쪽은 제약이 게이트의 진릿값을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pmax  values less than(maxvalue) 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as select employee_id, last_name, salary, hire_date, department_id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less than(2005-01-01) = "&lt; 2005-01-01(미만)" · pmax = "&gt;= 2007-01-01 전부"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table_name='EMP_YEAR';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 TO_DATE(' 2005-01-01 00:00:00', 'SYYYY-MM-DD...')   ← 경계는 딕셔너리에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P2005  TO_DATE(' 2006-01-01 ...)   P2006  TO_DATE(' 2007-01-01 ...)   PMAX  MAXVALUE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partition(p2004);   -- 파티션 지정 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column_name from dba_part_key_columns where name='EMP_YEAR';   → HIRE_DATE</a:t>
            </a:r>
            <a:endParaRPr lang="en-US" sz="12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range가 기본형인가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보관주기 관리와 조건이 같은 축 (기간)이기 때문이다. "2004년 데이터"는 조회 조건이면서 동시에 백업·삭제의 단위 — pruning(성능)과 파티션 drop(관리)이 한 설계에서 나온다. 경계 정의는 딕셔너리( high_value )가 문서 역할을 하므로, 파티션 구성이 궁금하면 DDL이 아니라 dba_tab_partitions를 본다.</a:t>
            </a:r>
            <a:endParaRPr lang="en-US" sz="13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range는 경계를 사람이 미리 만들어야 한다. interval 기준으로 정의하면 정해진 간격으로 파티션이 자동 추가 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 interval(numtoyminterval(1,'year'))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-- 2007 이후 데이터가 들어오자 1년 간격 파티션이 자동 생성: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partition(SYS_P769);   -- SYS_P770 …</a:t>
            </a:r>
            <a:endParaRPr lang="en-US" sz="125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maxvalue 파티션 없이도 넘치는 값이 자동 수용된다는 점이 range와의 차이. 자동 생성 파티션 이름은 SYS_P&lt;n&gt; . 간격 정의에 쓰는 interval 함수들(78일차 곁가지의 연장):</a:t>
            </a:r>
            <a:endParaRPr lang="en-US" sz="1600" dirty="0"/>
          </a:p>
        </p:txBody>
      </p:sp>
      <p:graphicFrame>
        <p:nvGraphicFramePr>
          <p:cNvPr id="2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to_yminterval('1-10')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10개월 (interval year to month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sysdate + → 10-MAY-28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numtoyminterval(1,'year')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year/month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interval 파티션 간격 정의에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to_dsinterval('10 10:10:10')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10:10:10 (day to second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localtimestamp + → 21-JUL-26 02:29:58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numtodsinterval(10,'day')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day/hour/minute/second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'hour'·'minute'·'second'도 동일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interval이 필요한가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range의 약점은 미래 경계를 사람이 계속 만들어야 한다 는 것 — 연말마다 파티션 추가 작업을 잊으면 maxvalue에 데이터가 쌓이거나 insert가 실패한다. interval은 "간격"만 약속하면 경계 밖 첫 데이터가 도착하는 순간 오라클이 파티션을 만들어 준다(실측 SYS_P769·770). 운영 실수 한 종류가 설계로 사라지는 셈.</a:t>
            </a:r>
            <a:endParaRPr lang="en-US" sz="13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 hash 파티션 (8i) — 의미가 아니라 양으로 나눈다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2265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4825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4825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4825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8849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hr.emp_hash partition by hash(employee_id) partitions 4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table_name='EMP_HASH';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SYS_P771 (high_value 없음)  SYS_P772  SYS_P773  SYS_P774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395478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07365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1559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range/list vs hash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61314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range·list는 데이터의 의미 (기간·그룹)로 나눠 검색 범위를 줄이는 게 목적이고, hash는 양 으로 균등하게 흩어 넣을 때의 경합(같은 세그먼트로 몰림)을 줄이는 게 목적이다.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11.6 list 파티션 (9i) — 정해진 그룹, 그리고 default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hr.emp_list partition by list(department_id)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p_dept_1 values(10,20,30,40),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p_dept_2 values(50),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p_dept_3 values(60,70,80,90,100,110),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p_dept_4 values(default)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hr.emp_list partition(p_dept_4);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178  Grant   7000  24-MAY-07   (DEPARTMENT_ID null)  ← 목록 밖 값·NULL은 default로</a:t>
            </a:r>
            <a:endParaRPr lang="en-US" sz="125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파티션 키로 1차 분배하고, 서브 파티션 키가 최종 저장 위치(세그먼트)를 결정 한다 — 세그먼트는 서브 파티션마다 하나씩. 조합 연혁: range-hash(8i) · range-list(9i) · range-range·list-hash·list-list·list-range(11g).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3931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3931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3931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1648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hr.emp_comp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range(salary) subpartition by hash(employee_id) subpartitions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p4999 values less than(5000), partition p9999 values less than(10000),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p19999 values less than(20000), partition pmax values less than(maxvalue)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-- 4 파티션 × 4 서브파티션 = 세그먼트 16개 (SYS_SUBP1084~1099):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p4999  [h1 h2 h3 h4]     p9999  [h5 h6 h7 h8]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p19999 [h9 h10 h11 h12]  pmax   [h13 h14 h15 h16]  ← 서브파티션은 전체 일련번호</a:t>
            </a:r>
            <a:endParaRPr lang="en-US" sz="12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display_cursor(...,'allstats last +partition ') 으로 Pstart/Pstop을 보면, 어떤 조건이 몇 개 세그먼트를 읽는지가 그대로 드러난다:</a:t>
            </a:r>
            <a:endParaRPr lang="en-US" sz="1600" dirty="0"/>
          </a:p>
        </p:txBody>
      </p:sp>
      <p:graphicFrame>
        <p:nvGraphicFramePr>
          <p:cNvPr id="2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2101291"/>
                <a:gridCol w="2101291"/>
                <a:gridCol w="2101291"/>
                <a:gridCol w="2101291"/>
                <a:gridCol w="2101291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RANGE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세그먼트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emp_id=105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(범위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( 13–16 )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emp_id=100 (해시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 and emp_id=100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( 15·15 )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2714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8318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8318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8318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8551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두 키를 다 주면 16분의 1만 읽는다: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| Pstart 4  Pstop 4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HASH SINGLE|          | Pstart 15 Pstop 15 |  ← pmax의 3번째 = 전체 15번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| EMP_COMP | Buffers 2 |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1139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하나만 확정되면 그 축은 SINGLE, 못 정한 축은 ALL(Starts가 그 개수만큼 반복). HASH의 Pstart/Pstop이 13–16, 15처럼 나오는 것은 서브 파티션의 전체 일련번호 다(4번 파티션의 h1~h4 = 13~16).</a:t>
            </a:r>
            <a:endParaRPr lang="en-US" sz="16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pruning도 산수다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E-Rows가 산수였듯(§9.4), pruning은 "조건이 파티션 키를 확정하는가"의 문제다. 조건에 어느 키를 넣느냐가 읽을 세그먼트 수(1/16 vs 4/16 vs 16/16)를 정한다 — where절 설계가 곧 I/O 설계.</a:t>
            </a:r>
            <a:endParaRPr lang="en-US" sz="13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211</Slides>
  <Notes>211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211</vt:i4>
      </vt:variant>
    </vt:vector>
  </HeadingPairs>
  <TitlesOfParts>
    <vt:vector size="2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2026-07-10T09:02:57Z</dcterms:created>
  <dcterms:modified xsi:type="dcterms:W3CDTF">2026-07-10T09:02:57Z</dcterms:modified>
</cp:coreProperties>
</file>