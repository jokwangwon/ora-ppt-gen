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77일차입니다. 오늘은 두 막으로 나뉩니다. 1막은 쿼리 변환의 마지막 조각들 — 상수 조건절이 뷰 안팎으로 이동하는 pushdown과 pullup, 그리고 집계 서브쿼리가 통째로 분석함수로 다시 쓰이는 변환. 여기서 분석함수 도구상자도 손에 쥡니다. 2막이 큰 전환인데요, 로드맵 09 옵티마이저 본편이 드디어 열립니다. 지금까지 '옵티마이저가 이렇게 바꾼다'를 배웠다면, 오늘부터는 '무엇을 근거로 판단하는가' — 규칙이 아니라 비용, 그 비용의 재료인 통계입니다. 오브젝트 통계에 하드웨어 성능(시스템 통계)까지, 그리고 최적화 목표 자체를 정하는 optimizer_mode까지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어제 조인 조건을 뷰 안으로 넣는 pushdown을 봤죠. 오늘은 상수 조건입니다. group by 인라인 뷰를 만들고 밖에서 department_id 20번을 걸었어요. merging이 안 되는 복합 뷰라면 뷰가 107행을 전부 group by한 다음 밖에서 걸러야 할 텐데 — 플랜을 보면 조건이 뷰 안으로 들어가 인덱스 access(=20)로 실행되고 있습니다. 20번 부서 2행만 읽어 집계하니 2블록. 뷰 단독 group by가 6블록이었으니 확실히 줄었고, where를 뷰 안에 직접 쓴 문장과 plan hash까지 같습니다. 하나 더 — 플랜의 SORT GROUP BY NOSORT. 인덱스가 group by 키 순서로 값을 주니까 정렬 없이 그룹 경계만 끊는 겁니다. '인덱스가 정렬을 대체한다', §5.5의 ORDER BY 흡수와 §7.9의 SORT JOIN 생략에 이은 세 번째 재등장이에요.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이번엔 반대 방향입니다. =20 조건이 있는 group by 뷰 a와, 조건이 없는 group by 뷰 b를 조인했어요. b는 조건이 없으니 107행 전체를 집계해야 할 것 같은데, 플랜의 Predicate를 보면 5번에도 9번에도 access(=20)이 찍혀 있습니다. a 안쪽의 조건을 밖으로 끌어냈다가(pullup) 조인 조건을 타고 b 안으로 다시 밀어 넣은 거예요. b도 2블록만 읽고 총 4블록. 이 조건절 이동 전체를 제어하는 파라미터가 _pred_move_around, 기본 TRUE입니다. 실험으로 false로 끄고 no_push_pred(b)까지 주면 b가 107행 전체를 group by해서 8블록이 되고요. 같은 off 상태에서 push_pred(b)를 주면 — 어제 배운 조인 조건 pushdown이 대신 일해서 VIEW PUSHED PREDICATE로 4블록을 지켜냅니다. 상수 조건 이동이 막혀도 조인 조건 이동이 백업이 되는 구조예요.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자기 부서 평균보다 급여가 높은 사원을 뽑는 쿼리 — salary가 상호관련 서브쿼리의 avg보다 크다는 조건으로 썼습니다. 그런데 플랜에 서브쿼리 반복도, group by 뷰도 없어요. VW_WIF_1이라는 뷰와 WINDOW BUFFER가 있습니다. 옵티마이저가 집계 상호관련 서브쿼리를 unnesting해서 메인 쿼리의 분석함수로 변환한 겁니다 — avg(salary) over(partition by department_id)로요. 제어 파라미터는 _remove_aggr_subquery, 기본 TRUE. 꺼보면 차이가 선명합니다. VW_SQ_1이라는 group by 뷰가 생기면서 EMP를 평균 계산용으로 한 번(107행), 본문 조인용으로 또 한 번 — 두 번 읽어서 17블록. 분석함수 변환은 조인 결과 위에서 한 번에 계산하니 EMP를 한 번만 읽어 8블록입니다. 수업에선 이 자동 변환을 수동으로 역산하는 연습도 했어요 — 분석함수+case를 인라인 뷰로 감싸면 같은 모양이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변환을 이해하려면 분석함수가 손에 붙어야죠. 수업에서 한 바퀴 돌았습니다. sum(salary) over() 괄호가 비면 전체 합이 각 행 옆에 붙고, over(order by employee_id)면 누적 합, over(partition by department_id)면 부서별 합, partition과 order를 같이 쓰면 부서별 누적입니다. avg, count도 같은 패턴이고요. 순위는 rank와 dense_rank — 13000, 13000, 12000이면 rank는 1,1,3으로 동점 수만큼 갭이 생기고, dense_rank는 1,1,2로 연이어 갑니다. listagg는 세로로 나올 이름들을 가로 한 줄로 이어붙이는 함수 — PL/SQL 루프 없이 한 문장으로 끝나요. 부서 이름별 최고 급여자 문제도 두 가지로 풀었습니다 — case로 salary = max() over(partition by)인 행만 남기거나, rank() over(partition by ... order by desc) =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top-n 분석에서 다들 한 번씩 밟는 함정입니다. 최고 급여 10명을 뽑겠다고 where rownum &lt;= 10에 order by salary desc를 붙이면 — 랜덤한 10건을 먼저 뽑고, 그 10건만 정렬해서 보여줍니다. rownum이 order by보다 먼저 적용되기 때문이에요. 올바른 방법 첫째, 인라인 뷰 안에서 정렬을 먼저 끝내고 바깥에서 rownum을 거는 것. 둘째, rank() over(order by salary desc)를 뷰로 감싸고 rank &lt;= 10 — 이 방식은 동점 처리까지 됩니다. 동점이 있으면 rank는 갭 때문에 10위 안 인원이 달라질 수 있으니, 요구사항에 따라 dense_rank를 고르세요.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2막, 옵티마이저 본편입니다. 옵티마이저는 SQL을 가장 효율적으로 수행할 최저 비용의 처리 경로를 만들어 주는 엔진이에요. 실행계획 — 데이터 처리 방법, 조인 방법, 조인 순서 — 를 생성합니다. 역사부터. RBO는 미리 정해진 규칙의 순위대로 계획을 정했습니다. 통계도 비용도 안 봐요. 인덱스가 있으면 테이블 크기고 효율이고 무시하고 무조건 탑니다. 10g부터 지원 중단됐고요. CBO는 오라클 7부터 — 실제 수행 비용을 예측해서 최저 비용을 고릅니다. 그 재료가 통계인데 두 종류예요. OBJECT 통계는 테이블(sys.tab$), 컬럼(sys.col$), 인덱스(sys.ind$) — 지난주에 본 히스토그램이 컬럼 통계의 일부입니다. 그리고 시스템 통계(sys.aux_stats$) — CPU 속도와 디스크 I/O 성능, 하드웨어 특성까지 압니다.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시스템 통계를 자세히 봅시다. 9i부터 하드웨어와 애플리케이션 특성에 맞는 통계를 수집해 활용합니다. 두 계열이에요. noworkload는 10g부터 수집을 안 해도 기본 제공되는 세 값 — CPUSPEEDNW가 CPU 속도(우리 장비 실측 2547), IOSEEKTIM이 디스크 헤드 이동 시간(10ms, 보편적으로 5~15), IOTFRSPEED가 읽기 속도(4096 byte/ms)입니다. workload는 9i부터, 실제 부하 구간에서 수집하는 값들 — single/multi block I/O 속도(SREADTIM/MREADTIM), CPU 초당 연산(CPUSPEED), multiblock 평균 블록 수(MBRC), 처리량(MAXTHR/SLAVETHR). 수집은 gather_system_stats — NOWORKLOAD 모드, 또는 start/stop으로 부하 구간을 지정하거나 interval로요. 실무 포인트 하나 — set_system_stats로 값을 직접 넣을 수 있는데, 개발 DB의 통계를 운영과 맞춰서 두 환경이 같은 판단을 하게 만드는 용도입니다.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마지막, optimizer_mode. 옵티마이저에게 최적화 목표를 선언하는 파라미터입니다. all_rows는 전체 처리율 최적화 — 10g 기본값이고 DSS·배치성 업무용. first_rows와 first_rows_n은 처음 결과가 나올 때까지의 시간을 줄이는 최적화 — OLTP용입니다. choose는 9i 기본값으로 통계가 있으면 all_rows, 없으면 rule이었고요. 실측으로 확인했습니다. department_id 50번, 45행짜리 조회 — all_rows에선 full scan 9블록입니다. 45행이면 전체 처리 기준으론 full이 맞아요. 그런데 first_rows(10) 힌트를 주면 INDEX RANGE SCAN으로 바뀝니다. E-Rows도 10으로 찍혀요 — 처음 10건만 빨리 내는 게 목표니까요. 결과 건수는 똑같이 45건입니다. 잘라내는 게 아니라 첫 행이 나오는 시점이 달라지는 거예요. 마무리로 옵티마이저에게 영향을 주는 요소 일곱 가지 — 버전, 파라미터, 통계, 힌트, SQL 연산자, 인덱스 설계, 제약 조건. 지금까지 배운 게 전부 이 목록 안에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775704" y="603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assets/sql_tuning.html §8.12~8.14 · §9.1~9.3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41248" y="2395728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91056" y="228600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학습 정리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7889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조건은 이동하고, 판단의 재료는 통계다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41248" y="470916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77일차 — 조건절 이동 · 집계→분석함수 · 옵티마이저 본편 개막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부트캠프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흐름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" y="13167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조건은 이동하고, 판단의 재료는 통계다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7373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55648" y="175564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큰 그림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55648" y="214884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쿼리 변환을 닫고, 옵티마이저를 연다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26517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55648" y="267004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조건절 pushdown · pullup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55648" y="306324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상수 조건도 이동한다 — 어제는 조인 조건, 오늘은 상수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35661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755648" y="358444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 서브쿼리 → 분석함수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55648" y="397764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EMP를 두 번 읽던 일이 한 번이 된다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44805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55648" y="449884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옵티마이저 본편 개막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55648" y="489204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규칙이 아니라 비용 — RBO에서 CBO로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큰 그림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쿼리 변환을 닫고, 옵티마이저를 연다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두 막 — 변환의 마지막 조각들, 그리고 그 판단의 재료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조건은 이동하고, 판단의 재료는 통계다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103120"/>
          <a:ext cx="10506456" cy="2066544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오늘의 실측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1막 — 변환 마무리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조건절 pushdown / pullup (_pred_move_around)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 → 2 · pullup 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 서브쿼리 → 분석함수 (_remove_aggr_subquery)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 → 8 (EMP 두 번 → 한 번)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분석함수 도구 + top-n rownum 함정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over() · rank · listagg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2막 — 옵티마이저 개막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RBO→CBO · 시스템 통계(aux_stats$) · optimizer_mode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full 9 vs first_rows(10) index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352544"/>
            <a:ext cx="10506456" cy="1316736"/>
          </a:xfrm>
          <a:prstGeom prst="roundRect">
            <a:avLst>
              <a:gd name="adj" fmla="val 8333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471416"/>
            <a:ext cx="73152" cy="107899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553712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축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5010912"/>
            <a:ext cx="9957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조건은 이동하고(pushdown·pullup), 집계 서브쿼리는 분석함수가 된다 — 그리고 그 모든 판단의 재료가 통계다: RBO의 규칙이 아니라 CBO의 비용.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조건절 pushdown · pullup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상수 조건도 이동한다 — 어제는 조인 조건, 오늘은 상수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 밖의 =20이 뷰 안에서 실행된다 — group by 할 양이 107행에서 2행으로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조건은 이동하고, 판단의 재료는 통계다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997964"/>
            <a:ext cx="10506456" cy="1801368"/>
          </a:xfrm>
          <a:prstGeom prst="roundRect">
            <a:avLst>
              <a:gd name="adj" fmla="val 304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225399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25399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225399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656332"/>
            <a:ext cx="9957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(select department_id, sum(salary) ... group by ...)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where department_id = 20;   -- 조건은 밖에 썼는데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1 |  SORT GROUP BY NOSORT |                   |  Buffers 2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3 |    INDEX RANGE SCAN   | EMP_DEPARTMENT_IX |  3 - access("DEPARTMENT_ID"=20)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3982212"/>
            <a:ext cx="10506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조건절 pushdown — 밖의 조건을 안으로, group by 양이 107행 → 2행 (6 → 2)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 안에 직접 쓴 문장과 plan hash 동일 (2036705853)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SORT GROUP BY NOSORT = 인덱스 순서라 정렬 생략 — '인덱스가 정렬 대체' 3번째 재등장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pullup — a 안의 조건을 꺼내 b 안으로, 양쪽 뷰가 =20을 얻는다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조건은 이동하고, 판단의 재료는 통계다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157984"/>
          <a:ext cx="10506456" cy="1682496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Buffers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(_pred_move_around=TRUE)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pullup — 양쪽 뷰 Predicate에 access(=20)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false + no_push_pred(b)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b가 107행 전체 group by 후 조인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false + push_pred(b)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조인 조건 pushdown이 대타 — VIEW PUSHED PREDICATE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023360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142232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22452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 — 어제 vs 오늘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4681728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§8.11 조인 조건 pushdown은 driving에서 읽은 '조인 컬럼 값'을, 오늘의 조건절 pushdown/pullup은 '상수 조건절'을 옮긴다. 제어 파라미터도 다르다(_pred_move_around).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 서브쿼리 → 분석함수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EMP를 두 번 읽던 일이 한 번이 된다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평균 초과자 — 서브쿼리를 썼는데 플랜엔 WINDOW BUFFER가 있다 (8)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조건은 이동하고, 판단의 재료는 통계다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970532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222656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22656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222656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628900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e.salary &gt; (select avg(salary) from hr.employees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where department_id = d.department_id)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1 |  VIEW           | VW_WIF_1 |  1 - filter("VW_COL_5" IS NOT NULL)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2 |   WINDOW BUFFER |          |  ← avg() over(partition by ...)의 흔적  Buffers 8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off(_remove_aggr_subquery=false): VW_SQ_1 + EMP 107행 × 2회 = 17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421081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32968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4119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분석함수 쪽이 싼가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86918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VW_SQ_1 방식은 같은 EMP를 두 번 읽는다(평균용 + 본문용). 분석함수 변환은 조인 결과 위에서 over(partition by)로 한 번에 — EMP 한 번, 17 → 8.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분석함수 도구상자 — over() 하나로 전체·누적·그룹별이 갈린다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조건은 이동하고, 판단의 재료는 통계다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660904"/>
          <a:ext cx="10506456" cy="2450592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sum(salary) over()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합 — 각 행 옆에 같은 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over(order by employee_id)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누적 합 (running total)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over(partition by department_id)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부서별 합 · +order by = 부서별 누적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rank() / dense_rank()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동점 뒤 갭(1,1,3) / 연이음(1,1,2)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listagg(name,',') within group(...)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행 값을 가로 한 줄로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분석함수 도구상자 — over() 하나로 전체·누적·그룹별이 갈린다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조건은 이동하고, 판단의 재료는 통계다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953512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72384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1546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 최고 급여자 두 가지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611880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when salary = max(salary) over(partition by ...) then 'x' — 또는 rank() over(partition by ... order by salary desc) = 1. 둘 다 인라인 뷰로 감싸 밖에서 거른다.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top-n의 함정 — rownum은 order by보다 먼저 먹는다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조건은 이동하고, 판단의 재료는 통계다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801368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4168" y="1783080"/>
            <a:ext cx="9866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44168" y="2130552"/>
            <a:ext cx="9866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rownum&lt;=10 + order by — 랜덤 10건을 뽑은 뒤 정렬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2587752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44168" y="2569464"/>
            <a:ext cx="9866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 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44168" y="2916936"/>
            <a:ext cx="9866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인라인 뷰에서 order by 먼저 → 밖에서 rownum &lt;= 10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" y="3374136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44168" y="3355848"/>
            <a:ext cx="9866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 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44168" y="3703320"/>
            <a:ext cx="9866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rank() over(order by salary desc) 뷰 → rank &lt;= 10 (동점까지)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" y="4626864"/>
            <a:ext cx="10506456" cy="1316736"/>
          </a:xfrm>
          <a:prstGeom prst="roundRect">
            <a:avLst>
              <a:gd name="adj" fmla="val 8333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745736"/>
            <a:ext cx="73152" cy="107899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1288" y="4828032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함정인가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61288" y="5285232"/>
            <a:ext cx="9957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rownum은 행이 나오는 순간 붙는 번호라 order by(마지막 단계)보다 먼저 적용된다 — '정렬 후 자르기'를 하려면 정렬을 뷰 안에서 먼저 끝내야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옵티마이저 본편 개막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규칙이 아니라 비용 — RBO에서 CBO로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CBO는 비용을 예측해 고른다 — 재료는 OBJECT 통계 + 시스템 통계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조건은 이동하고, 판단의 재료는 통계다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057400"/>
          <a:ext cx="10506456" cy="1682496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RBO (규칙)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CBO (비용)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정해진 규칙의 순위대로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수행 비용 예측 → 최저 비용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 봄 — 인덱스 있으면 무조건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OBJECT 통계 + 시스템 통계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10g부터 지원 중단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oracle 7부터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41248" y="3922776"/>
            <a:ext cx="10506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OBJECT 통계: 테이블 sys.tab$ · 컬럼 sys.col$(히스토그램 포함) · 인덱스 sys.ind$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통계: sys.aux_stats$ — CPU 속도·디스크 I/O 성능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_optimizer_cost_model=CHOOSE: 시스템 통계 있으면 CPU 모델, 없으면 I/O 모델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통계 — 옵티마이저가 하드웨어를 아는 방법 (aux_stats$)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조건은 이동하고, 판단의 재료는 통계다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103120"/>
          <a:ext cx="10506456" cy="2066544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noworkload (10g 기본)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CPUSPEEDNW · IOSEEKTIM · IOTFRSPEED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CPU 속도 2547 · 헤드 이동 10ms · 4096 byte/ms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workload (9i, 부하 수집)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SREADTIM · MREADTIM · MBRC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single/multi I/O 속도 · 평균 블록 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CPUSPEED · MAXTHR · SLAVETHR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CPU 연산/초 · 최대/병렬 처리량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수집·설정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gather_system_stats / set_system_stats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NOWORKLOAD·start·stop·interval / 수동 반영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352544"/>
            <a:ext cx="10506456" cy="1316736"/>
          </a:xfrm>
          <a:prstGeom prst="roundRect">
            <a:avLst>
              <a:gd name="adj" fmla="val 8333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471416"/>
            <a:ext cx="73152" cy="107899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553712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set_system_stats의 용도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5010912"/>
            <a:ext cx="9957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DB 시스템 통계를 운영 값으로 맞춰 넣으면 — 두 환경의 옵티마이저가 같은 하드웨어 전제로 판단한다. 테스트에서 본 플랜이 운영에서도 나오게 하는 장치.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optimizer_mode — 같은 쿼리, 목표가 다르면 플랜이 다르다 (full vs index)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조건은 이동하고, 판단의 재료는 통계다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2162556"/>
            <a:ext cx="10506456" cy="1801368"/>
          </a:xfrm>
          <a:prstGeom prst="roundRect">
            <a:avLst>
              <a:gd name="adj" fmla="val 304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241858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41858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241858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820924"/>
            <a:ext cx="9957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all_rows: TABLE ACCESS FULL, E-Rows 45, Buffers 9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first_rows(10):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1 |  TABLE ACCESS BY INDEX ROWID BATCHED| EMPLOYEES         | E-Rows 10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2 |   INDEX RANGE SCAN                  | EMP_DEPARTMENT_IX |           |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4146804"/>
            <a:ext cx="10506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all_rows(10g 기본) = 전체 처리율 — DSS·batch / first_rows_n = 첫 응답 — OLTP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결과는 같은 45건 — 첫 행이 나오는 시점이 다를 뿐 (잘라내지 않는다)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 요소 7: 버전·파라미터·통계·힌트·SQL 연산자·인덱스 설계·제약 조건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41248" y="269748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971800"/>
            <a:ext cx="10506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있으면 편하게 말씀해 주세요.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조건은 이동하고, 판단의 재료는 통계다</dc:title>
  <dc:subject>PptxGenJS Presentation</dc:subject>
  <dc:creator>Oracle DBA Study</dc:creator>
  <cp:lastModifiedBy>Oracle DBA Study</cp:lastModifiedBy>
  <cp:revision>1</cp:revision>
  <dcterms:created xsi:type="dcterms:W3CDTF">2026-07-08T08:40:04Z</dcterms:created>
  <dcterms:modified xsi:type="dcterms:W3CDTF">2026-07-08T08:40:04Z</dcterms:modified>
</cp:coreProperties>
</file>