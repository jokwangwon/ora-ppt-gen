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74일차입니다. 어제 NL을 끝까지 팠죠. 오늘은 그 한계에서 출발합니다. NL은 전화 돌리기라 건건이 버퍼 캐시를 오가는 랜덤 액세스예요. 대량이 되면 그 반복이 부담입니다. 그 답이 오늘의 둘 — 정렬해서 지퍼처럼 병합하는 소트 머지, 그리고 작은 쪽을 바구니에 분류해두고 큰 쪽이 찾아가는 해시. 중요한 건 세 방법의 비용이 숨는 곳이 다르다는 겁니다. NL은 반복이 Buffers에 그대로 보이고, 소트 머지는 정렬이 메모리와 CPU에, 해시는 build 테이블이 메모리에 숨어요. 오늘 실측으로 그걸 다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소트 머지부터요. 단계는 딱 둘입니다. 양쪽 집합을 조인 키로 각각 정렬하고, 정렬된 둘을 병합해요. 지퍼 잠그듯이요. 건수가 많을 때 유리하고 대신 정렬 부하를 감수합니다. 정렬은 PGA의 소트 영역에서 하니까 SGA를 경유하는 것보다 빠르고요. 힌트는 use_merge입니다.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힌트 없이 돌렸더니 머지 조인이 나왔는데, 플랜을 잘 보면 이상한 점이 있어요. DEPT 쪽엔 SORT JOIN이 없습니다. 대신 INDEX FULL SCAN이 있죠. DEPT_IDX를 순서대로 읽으면 이미 department_id 순으로 나오니까, 정렬을 인덱스가 공짜로 해준 거예요. 우리 §5.5에서 배운 ORDER BY 흡수가 조인에서 재등장한 겁니다. full을 강제하면 인덱스를 못 쓰니 DEPT 쪽에도 SORT JOIN이 생기고요.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비밀. SORT JOIN의 Starts가 27인데, 그 자식인 EMP 풀스캔의 Starts는 1이에요. 정렬을 27번 한 게 아닙니다. 읽기와 정렬은 한 번 해두고, 바깥 DEPT 27행이 각자 짝을 찾을 때마다 정렬된 결과를 재사용해서 탐색만 27번 시작한 거예요. 그리고 오른쪽 메모리 컬럼 — OMem은 옵티멀 정렬 예상 크기, 1Mem은 원패스 예상, Used-Mem이 실제 사용량이고 끝의 (0)은 디스크 안 갔다는 뜻입니다. 메모리가 부족해 temp로 넘치면 Used-Tmp가 나타나요.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해시 조인입니다. NL은 대량에서 랜덤 액세스가 부담, 소트 머지는 정렬이 부담 — 그 둘을 다 피하는 게 해시예요. 작은 집합을 해시 테이블, 그러니까 build 테이블로 만들어 hash area 메모리에 올리고, 큰 집합이 하나씩 같은 해시 함수를 통과해서 해당 버킷만 뒤집니다. 실측에서 DEPT 27행이 build, EMP 107행이 probe, 버퍼 13이었어요. 조건이 둘 있습니다 — 해시 키에 중복이 적을수록 좋고, 등호 조인에서만 쓸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수업에서 제일 좋았던 실습이에요. ora_hash로 해시 버킷을 직접 눈으로 봤습니다. dept의 60번 IT 부서가 버킷 1에 들어가는데, emp에서 부서번호 60인 사원들 — Hunold, Austin, 이런 IT_PROG들이 같은 해시 함수를 통과하니 똑같이 버킷 1로 찾아가요. 이게 probe입니다. 버킷 하나에 여러 부서가 들어가는 것도 보였죠 — 그게 충돌이고, 충돌이 적을수록 좋다는 말이 이제 눈에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3테이블 해시에서 재밌는 게 나왔어요. leading으로 d, e, l 순서를 줬는데, 어떤 실행에선 LOC이 플랜 맨 위 build 자리로 올라갔습니다. 순서 힌트를 어긴 게 아니라, 조인 순서는 유지하면서 누구를 메모리에 올릴지, build만 더 작은 쪽으로 바꾼 거예요. 이걸 고정하는 힌트가 no_swap_join_inputs, 강제로 바꾸는 게 swap_join_inputs입니다. 그리고 outer join — (+) 안 붙은 테이블이 항상 선행이라는 문법 규칙이 있어서 leading을 줘도 무시돼요. 뒤집으려면 swap_join_inputs로만 됩니다. RIGHT OUTER가 그렇게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덤 두 가지. 첫째, 인덱스 조인이요. 플랜에 index 달러 join이라는 뷰가 나왔는데, 한 테이블의 인덱스 두 개를 각각 빠르게 훑고 rowid로 해시 조인한 거예요. 같은 행의 city와 location_id를 rowid로 맞춰 붙이니 테이블 블록엔 갈 필요가 없죠. 단, SELECT 컬럼이 전부 인덱스 안에 있을 때만 됩니다. 둘째, 오타 사례 2탄 — gather_plan_statistics에서 i가 빠진 채 돌렸더니 이번엔 플랜 Note가 통계를 못 모았다고 경고를 남겼어요. 어제 nse_nl은 조용히 무시됐는데, 이번엔 흔적이 남는 케이스입니다.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선택 기준입니다. 실측만 보면 NL 35, 해시 13, 소트머지 풀 강제가 5로 최저예요. 그런데 소트 머지의 정렬은 Buffers에 안 찍힙니다. PGA 메모리와 CPU로 치르고, 대용량이면 Used-Tmp로 디스크에 넘쳐요. 해시도 build 메모리가 1.5메가 잡혔죠. 그러니 판정은 Buffers 더하기 메모리 컬럼. 그리고 고르는 기준 — 소량에 인덱스 있으면 NL, 대량에 등호 조인이면 해시, 등호가 아니거나 인덱스가 정렬을 대체해주면 소트 머지가 후보입니다.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안 다뤄졌거나 확인할 것들입니다. Used-Tmp가 실제로 뜨는 대용량 정렬은 실습 데이터가 작아 못 봤어요. 대용량 실습 때 확인 대상. 해시 충돌이 많아지면 성능이 어떻게 되는지도 개념만 나왔고요. 그리고 outer join 플랜에 adaptive plan이라는 Note가 있었는데 이게 뭔지 — 강사님 질문거리로 좋겠습니다.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775704" y="603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assets/sql_tuning.html §7.9~7.13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41248" y="2395728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1056" y="2286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학습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 3형제 — 반복이 부담이면 정렬로, 정렬이 부담이면 해시로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" y="470916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74일차 — Sort Merge · Hash · Outer Join, 전부 실측으로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316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55648" y="21488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 다음 선택지 — 3형제가 완성된다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45364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55648" y="24719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Sort Merge Join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55648" y="286512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두 번, 병합 한 번 — 그리고 두 가지 비밀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16992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55648" y="318820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Hash Join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358140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쪽을 바구니에, 큰 쪽이 찾아온다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88620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55648" y="390448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덤 두 가지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429768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 join · 오타 사례 2탄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460248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55648" y="462076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기준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55648" y="501396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3형제, 언제 무엇을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53187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55648" y="53370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빈틈 &amp; 궁금한 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755648" y="57302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확인하고 넘어가면 좋은 것들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 다음 선택지 — 3형제가 완성된다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 3형제 — 비용이 숨는 곳이 각자 다르다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57984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줄 비유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비용이 숨는 곳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 (어제)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 돌리기 — 명단 행마다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probe → Buffers에 보임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 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지퍼 — 양쪽을 정렬해 맞물림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정렬 → PGA·CPU (Buffers 밖!)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바구니 분류 — 작은 쪽 담고 큰 쪽이 찾아옴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build 메모리 (Buffers 밖!)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02336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14223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224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68172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반복(random access)이 부담이면 정렬로, 정렬이 부담이면 해시로. 실측 Buffers는 35(NL)·15(SM)·13(hash)·5(SM full)지만 — Buffers 밖의 비용(Used-Mem)까지 봐야 판정이 완성된다.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Sort Merge Join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두 번, 병합 한 번 — 그리고 두 가지 비밀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SM은 양쪽을 정렬해 지퍼처럼 병합한다 — 대량·random access 회피용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368296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2350008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4168" y="2697480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 집합을 조인 키 컬럼으로 각각 정렬 (PGA sort area)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315468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4168" y="3136392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3483864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정렬된 두 집합을 지퍼처럼 merge — random access 없음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4151376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70248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435254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쓰나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" y="4809744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 건수가 많아 NL의 건건이 랜덤 액세스가 부담일 때. sort 부하만 감수하면 대량에서 NL보다 유리. 힌트 use_merge.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실측의 비밀 ① — DEPT엔 SORT JOIN이 없다: 인덱스가 정렬을 대체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395728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옵티마이저 기본 (emp⋈dept) — Buffers 15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 |  MERGE JOIN                  |          | 15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2 |   DEPT BY INDEX ROWID        |          | 12 |  &lt;&lt; SORT JOIN 없음!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3 |    INDEX FULL SCAN DEPT_IDX  |          |  6 |  (인덱스 순서=정렬)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|*4 |   SORT JOIN   Starts 27      | Used 16K |  3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5 |    TABLE ACCESS FULL EMP     | Starts 1 |  3 |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33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52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34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BY 흡수의 재등장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92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 FULL SCAN이 조인 키 순서를 제공하니 DEPT 쪽 정렬이 생략됐다(§5.5). full(d)를 강제하면 SORT JOIN이 부활한다 — 인덱스는 접근 경로이자 '정렬 공급자'다.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실측의 비밀 ② — SORT JOIN Starts 27, 그러나 정렬은 1번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65960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OMem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optimal sort(메모리 한 번에) 예상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1Mem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one-pass sort 예상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Used-Mem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사용량 — 끝의 (0) = 디스크 안 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Used-Tmp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temp로 넘친 크기(KB) — 보이면 정렬이 디스크로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215384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334256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4165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Starts 27 ≠ 정렬 27번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873752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 EMP full의 Starts=1 — 읽기·정렬은 한 번. SORT JOIN의 27은 정렬된 결과를 재사용한 탐색 시작 횟수다. Starts가 커도 놀라지 말 것.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Hash Join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쪽을 바구니에, 큰 쪽이 찾아온다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Hash는 작은 쪽으로 build, 큰 쪽으로 probe — = 조인 전용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235708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49174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49174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49174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894076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leading(d,e) use_hash(e) — Buffers 13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|*1 |  HASH JOIN         |      | 13 | Used-Mem 1.5M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2 |   TABLE ACCESS FULL| DEPT |  2 |  &lt;&lt; build (27행)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3 |   TABLE ACCESS FULL| EMP  | 10 |  &lt;&lt; probe (107행)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19956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38828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2112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78324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해시 키 컬럼에 중복(충돌)이 적을수록 유리 ② = 조건 전용 — 등호가 아니면 버킷 매칭이 성립하지 않는다. build 메모리는 hash_area_size.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ora_hash로 버킷을 눈으로 봤다 — 60번 부서와 60번 사원들은 같은 버킷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705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26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26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26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289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ora_hash(department_id,10), department_name from hr.dept order by 1;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60  IT            &lt;&lt; dept 60은 버킷 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210  IT Support       (한 버킷에 여럿 = 충돌)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ora_hash(department_id,10), last_name from hr.emp order by 1;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60  Hunold        &lt;&lt; emp의 60번 사원도 버킷 1로 (probe)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1081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2968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119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함수, 같은 버킷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6918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build와 probe가 같은 해시 함수를 쓰니, 조인 짝은 반드시 같은 버킷에서 만난다. 그래서 전체를 안 뒤지고 버킷 하나만 뒤진다 — 정렬도 반복 탐색도 없는 이유.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옵티마이저는 build를 몰래 바꾼다 — swap_join_inputs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705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26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26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26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289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같은 leading(d,e,l)인데:   ①              ②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|1| HASH JOIN            |1| HASH JOIN      &lt;&lt; LOC이 build로 승격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|2|  HASH JOIN (d build) |2|  LOC full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|5|  LOC full            |3|  HASH JOIN (d⋈e가 probe)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고정: no_swap_join_inputs(l) · 강제 교체: swap_join_inputs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1081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2968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119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outer join은 순서가 문법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6918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(+) 없는 쪽이 항상 선행(build) — leading보다 우선(실측: leading(d,e) 무시, EMP 선행 HASH JOIN OUTER, 107행). 뒤집기는 swap_join_inputs(d) → RIGHT OUTER뿐.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덤 두 가지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 join · 오타 사례 2탄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 Join — 테이블에 안 가고 인덱스끼리 rowid로 조인한다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3957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3 |  VIEW               | index$_join$_003 | 23행 | 8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|*4 |   HASH JOIN         | access(ROWID=ROWID)   | 8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5 |    INDEX FAST FULL SCAN LOC_CITY_IDX   |     4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6 |    INDEX FAST FULL SCAN LOC_IDX        |     4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조건: SELECT 컬럼이 전부 인덱스 안에 있을 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397764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9651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17880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 사례 2탄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63600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gather_plan_statistcs(i 누락) → 플랜 Note에 'basic plan statistics not available' 경고, Starts·A-Rows 안 찍힘. 어제 nse_nl은 조용히 무시 — 오늘 건 흔적이 남았다. 힌트 오타는 늘 의심.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기준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3형제, 언제 무엇을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Buffers만으론 부족하다 — 메모리 컬럼까지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57984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유리한 상황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소량 + driven 인덱스, 첫 행 빨리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대량이면 반복 폭증 (Buffers)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 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· 인덱스가 정렬 대체 시 최상 · 비등호도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정렬 — Used-Tmp로 넘치면 디스크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· = 조인 · 작은 build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build가 hash area를 넘칠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02336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14223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224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35 · 15 · 13 · 5의 교훈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68172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 full이 Buffers 5로 최저지만 정렬(Used-Mem 16K)은 Buffers 밖의 비용. 판정 = Buffers + OMem/Used-Mem/Used-Tmp, 선택 = 건수·등호·인덱스.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빈틈 &amp; 궁금한 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확인하고 넘어가면 좋은 것들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남는 질문 — 확인하고 넘어가면 좋은 것들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조인 3형제 — 반복이 부담이면 정렬로, 정렬이 부담이면 해시로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667512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Used-Tmp가 실제로 뜨는 대용량 정렬 — 실습 데이터가 작아 미확인 (⑤ → 대용량 실습 때)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해시 충돌이 많을 때의 성능 저하 — 개념만 (④ 내부 심화)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outer join 플랜의 'adaptive plan' Note는 무엇? (? → 강사 질문)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3테이블에서 SM·Hash·NL을 섞는 기준 — 다음 차시 추정 (①)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73568" y="1737360"/>
            <a:ext cx="337413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1856232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193852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대비 건너뛴 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93608" y="2395728"/>
            <a:ext cx="28254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outer join·natural join의 플랜, partition-wise join 등은 다루지 않음(추정 ②·⑤). 이유는 추정이므로 확인 권장.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41248" y="269748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9718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있으면 편하게 말씀해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조인 3형제 — 반복이 부담이면 정렬로, 정렬이 부담이면 해시로</dc:title>
  <dc:subject>PptxGenJS Presentation</dc:subject>
  <dc:creator>Oracle DBA Study</dc:creator>
  <cp:lastModifiedBy>Oracle DBA Study</cp:lastModifiedBy>
  <cp:revision>1</cp:revision>
  <dcterms:created xsi:type="dcterms:W3CDTF">2026-07-03T08:40:50Z</dcterms:created>
  <dcterms:modified xsi:type="dcterms:W3CDTF">2026-07-03T08:40:50Z</dcterms:modified>
</cp:coreProperties>
</file>