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자, 오늘을 한 장으로 묶으면 이겁니다. SQL을 실행하면 실행계획이나 tkprof가 숫자를 잔뜩 남겨요. 우리가 할 일은 그 숫자를 읽는 거예요. Starts, E-Rows와 A-Rows, Buffers. 이걸 읽으면 이 쿼리가 어디서 힘을 쓰는지, 옵티마이저가 예측을 잘했는지가 다 보입니다. 오늘 배우는 건 전부 이 숫자를 읽어서 '어느 쪽이 낫다'를 판정하는 거예요. 오늘은 개념만 보고 끝내지 않고, 실제로 돌린 플랜을 같이 읽어보겠습니다.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 전에, 오늘이 갑자기 나온 게 아니에요. 실행계획 Buffers 읽는 법은 70일차, tkprof랑 클러스터링 팩터는 어제 71일차에 했죠. and_equal은 69일차, TX 잠금 진단은 68일차. 오늘 새로 배우는 건 10046, 버퍼 캐시 히트율, bitmap, 조인 — 그리고 이 숫자로 실제 경로를 고르는 판정입니다.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개념부터 잡고 실제로 읽어봅시다. display_cursor를 allstats last로 뽑으면 이 컬럼들이 나와요. Starts는 그 operation이 몇 번 실행됐나 — 1보다 크면 안쪽이 반복됐다는 뜻이고, 조인에서 진짜 중요해집니다. E-Rows와 A-Rows는 예상과 실제, 벌어지면 통계 문제. Buffers는 논리 I/O, 우리가 줄이려는 숫자. 그리고 access와 filter — access는 인덱스로 좁힌 거, filter는 읽고 버린 거. 이제 실제 플랜에서 이걸 읽어봅니다.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실제 플랜입니다. dept=80 그리고 salary=10000을 돌린 거예요. Starts 보면 다 1이죠, 반복 없음. Id 2번 E-Rows 2인데 A-Rows 4 — 옵티마이저가 2행 예상했는데 실제 4행, 살짝 빗나갔어요. Buffers는 맨 위 5, 이 쿼리의 논리 I/O 총량입니다. 그리고 아래가 핵심이에요. salary는 access, 인덱스로 좁힌 거고 department_id는 filter, 읽고 버린 거예요. 그럼 자연스럽게 판정이 나오죠 — department_id를 filter 말고 access로, dept 인덱스를 태우면 더 줄지 않을까? 바로 다음에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숫자를 어떻게 얻느냐, 첫 도구 tkprof입니다. employee_id=100을 돌린 실제 결과예요. SELECT니까 Fetch 줄을 봅니다. query가 2, 논리 읽기죠. disk가 9인데 이건 물리 읽기예요 — 아까 버퍼 캐시를 flush하고 처음 읽어서 물리가 크게 나온 겁니다. 튜닝에서 보는 건 query 2고요. 아래 Row Source의 cr=2가 바로 그 query랑 같은 값인데, operation별로 쪼개서 보여주는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sql_trace만으론 부족할 때 10046을 씁니다. level 12로 돌린 실제 예예요. bind 변수 b_id에 50이 들어간 게 찍혔고, 기다린 이벤트로 db file sequential read랑 scattered read가 나왔죠. 이건 sql_trace로는 안 보이는 정보예요. 레벨은 1이 기본, 4가 bind 추가, 8이 wait 추가, 12가 둘 다입니다. 느린 원인이 읽기가 아니라 '기다림'일 때 이게 꼭 필요해요.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번째, 버퍼 캐시 히트율입니다. 공식은 논리 읽기 중 디스크 안 가고 캐시에서 찾은 비율이에요. 함정을 숫자로 보죠. 나쁜 계획은 논리 10만에 디스크 50이라 99.95%, 좋은 계획은 논리 200에 디스크 20이라 90.9%. 히트율은 나쁜 쪽이 높은데 실제 일량은 500배 많아요. 그러니 히트율 말고 논리 I/O 절대량을 보라는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 숫자로 실제 판정을 해봅니다. 똑같은 쿼리를 네 경로로 돌려 Buffers를 비교한 거예요. 기본이 5, dept 인덱스 강제가 4, and_equal이 10으로 최악, index_combine이 4. 옵티마이저 기본이 최선이 아니었죠. 근데 and_equal이 왜 10이나 나오는지, 다음 장에서 실제 플랜으로 봅시다.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and_equal이 왜 10인지 실제 플랜을 보면 딱 나와요. Id 3에서 EMP_SAL_IDX를 스캔해 Buffers 5, Id 4에서 EMP_DEPT_IDX를 스캔해 3, 이 둘의 rowid를 Id 2 AND-EQUAL에서 교집합하느라 8, 그리고 테이블 접근까지 10이에요. 인덱스 하나만 타면 4~5인데, 두 개를 각각 훑어 합치니까 오히려 더 많은 거죠. 그래서 힌트를 실측 없이 믿으면 안 됩니다 — 숫자가 말해줘요.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인덱스 종류입니다. B*tree랑 bitmap은 정반대 도구예요. B*tree는 유일하거나 종류 많은 컬럼, 동시 수정 많은 OLTP. bitmap은 성별처럼 값 몇 개 없는 컬럼, 대량 조회 DW. bitmap은 AND OR을 싸게 처리하지만 DML 비용이 커요. 그게 왜 문제인지 다음 장에서 실제 잠금을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bitmap의 최대 함정, 구조부터 봅시다. bitmap은 키 하나가 여러 행을 한 덩어리로 덮어요. A가 gender=m을 넣으면서 그 m 덩어리를 잠그면, C가 다른 행이지만 역시 m을 넣으려 하면 같은 덩어리라 기다려야 합니다. 이제 실제 세션에서 이게 어떻게 보이는지 봅시다.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세션이 막히는 걸 봅시다. 세션1이 gender m인 1번 행을 넣고 커밋 안 한 상태에서, 세션2가 역시 m인 3번 행을 넣으려 해요. v$session을 보면 286번 세션이 255번한테 막혀서 enq: TX - row lock contention으로 대기 중이죠. 1번 행이랑 3번 행은 완전히 다른 행인데, gender가 둘 다 m이라 같은 bitmap 조각을 건드려서 막힌 거예요. B*tree였으면 안 막혔을 경합입니다. 그래서 bitmap은 동시 수정 많은 OLTP엔 절대 안 씁니다. 진단은 68일차에 배운 blocking_session 그대로고요.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조인입니다. 방법은 셋 — 건수 적으면 Nested Loop(use_nl), 많으면 Sort Merge나 Hash. 그리고 방법과 순서는 다른 얘기예요. 순서는 ordered나 leading으로 정합니다. 바깥이 1행이면 순서 바꿔도 Buffers가 같은데, 바깥이 여러 행이면 누가 먼저 도느냐로 반복이 확 달라져요. 그걸 Starts로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NL이 실제로 어떻게 도는지, 구조부터요. 바깥 테이블이 driving이고, 그 각 행마다 안쪽을 반복 조회합니다. 바깥이 작을수록 안쪽이 덜 돌아서 싸요. 이제 실제 플랜 두 개로 확인합니다 — 바깥이 1행일 때랑 여러 행일 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번째, 바깥이 1행인 경우. employee_id=100이니 바깥 EMPLOYEES가 한 행, 안쪽도 한 번만. Starts 다 1이죠. 순서는 3-2-5-4-1, Buffers 4. 그리고 Id 옆의 별표 보이시죠? 아래 Predicate에 조건 있다는 표시예요. Id5가 access, 그것도 조인키로 access했다는 건 driven인 DEPARTMENTS를 인덱스로 붙였다는 증거입니다. driven엔 인덱스가 있어야 한다는 게 여기서 확인돼요.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번째가 학생분이 어렵다고 표시한 그 부분입니다. 천천히 갈게요. 이번엔 location_id=1400으로 조회해요. 1400 위치엔 부서가 60번 하나 있고, 그 60번 부서에 사원이 5명 있습니다. 그러니까 바깥이 5행인 거예요. 플랜에서 Id 6, 사원 행을 읽는 operation의 Starts를 보세요. 5로 찍혀 있죠. 바깥 부서에서 나온 사원이 5명이라 사원 행 읽기를 5번 반복했다는 뜻이에요. 그래서 실행 순서가 3-2-5-4에서 끝나지 않고 5-4-5-4 이렇게 다섯 번 반복돼서 3-2-5-4-5-4...-1로 길어지는 겁니다. 어렵게 느껴졌던 그 긴 순서가, 사실은 Starts 5, 다섯 번 반복이라는 한 숫자로 설명돼요. 그러니까 실행 순서가 헷갈리면 Starts부터 보세요. 안쪽이 몇 번 돌았는지가 거기 다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질문 몇 개. 첫째, 옵티마이저가 5를 골랐는데 우리가 강제한 4가 나았죠? E-Rows와 A-Rows가 벌어진 걸 보면 통계 추정이 어긋난 것 같아요, 확인해볼 만합니다. 둘째, and_equal은 옛 방식이라 요즘은 index_combine이 대체해요. 셋째, location_id=1400을 옛 옵티마이저 버전으로 돌리면 plan이 바뀌는데 버전 차이라 참고만 하세요. 넷째, 실행순서가 길고 헷갈리면 항상 Starts부터 보세요 — 안쪽이 몇 번 돌았는지가 거기 다 있습니다. 노트 밖 얘기는 확인 권장으로 표시해뒀어요.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E89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775704" y="6035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72일차 노트 · sql_tuning 계열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41248" y="2395728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91056" y="228600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E89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72일차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7889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실행계획 숫자를 읽어 SQL을 판정한다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41248" y="470916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72일차 — 실습 플랜을 직접 읽으며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5989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부트캠프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흐름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" y="13167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실행계획 숫자를 읽어 SQL을 판정한다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7373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55648" y="17556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큰 그림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755648" y="21488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플랜 숫자가 답을 말해준다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26517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55648" y="26700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실행계획 숫자 읽기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55648" y="30632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allstats last의 각 컬럼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35661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755648" y="35844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추적 도구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55648" y="39776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tkprof·10046·BCHR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44805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55648" y="44988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접근 경로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55648" y="48920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쿼리, 숫자로 고른다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72784" y="17373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87184" y="17556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종류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87184" y="21488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B*tree vs bitmap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72784" y="26517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187184" y="26700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조인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187184" y="30632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방법·순서·실행순서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72784" y="35661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187184" y="35844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빈틈 &amp; 궁금한 점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187184" y="39776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확인하고 넘어갈 것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큰 그림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플랜 숫자가 답을 말해준다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실행계획과 tkprof가 남긴 숫자를 읽으면 SQL이 한 일이 보인다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실행계획 숫자를 읽어 SQL을 판정한다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944624"/>
            <a:ext cx="7863840" cy="18348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" y="3962400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081272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416356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하루가 이 세 칸이다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4620768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SQL을 돌리면 display_cursor나 tkprof가 숫자를 남긴다. 그 숫자 — Starts, E-Rows/A-Rows, Buffers — 를 읽으면 어디가 무거운지, 옵티마이저 추정이 맞았는지가 보인다. 오늘 추적·인덱스·조인은 전부 이 숫자로 판정한다.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70·71일차에서 시작한 플랜 읽기를 실전 판정까지 끌고 간다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실행계획 숫자를 읽어 SQL을 판정한다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16" y="2102104"/>
            <a:ext cx="8046720" cy="1519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" y="3804920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923792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400608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수업과의 연결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4463288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Buffers·consistent gets 읽는 법은 70일차 autotrace, tkprof·CF는 71일차. and_equal은 69일차, TX 잠금 진단은 68일차. 오늘 새로 얹는 건 10046·BCHR·bitmap·조인, 그리고 이 숫자들로 경로를 실제로 고르는 판정이다.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실행계획 숫자 읽기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allstats last의 각 컬럼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개념 — 플랜의 네 숫자가 각각 무엇을 말하나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실행계획 숫자를 읽어 SQL을 판정한다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103120"/>
          <a:ext cx="10506456" cy="2066544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읽는 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Starts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operation 실행 횟수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1보다 크면 안쪽이 반복(NL)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E-Rows / A-Rows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/ 실제 행 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벌어지면 통계·카디널리티 의심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Buffers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논리 I/O(누적)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튜닝 핵심 — 줄이는 게 목표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Reads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물리 I/O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디스크에서 실제로 읽음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352544"/>
            <a:ext cx="10506456" cy="1316736"/>
          </a:xfrm>
          <a:prstGeom prst="roundRect">
            <a:avLst>
              <a:gd name="adj" fmla="val 8333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471416"/>
            <a:ext cx="73152" cy="107899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4553712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access와 filter도 구분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5010912"/>
            <a:ext cx="9957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access는 인덱스로 바로 좁힌 조건, filter는 읽고 나서 버린 조건. 핵심 조건이 filter로만 잡히면 인덱스 기회를 놓친 것이다.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플랜을 읽어보자 — dept=80 AND salary=10000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실행계획 숫자를 읽어 SQL을 판정한다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737360"/>
            <a:ext cx="10506456" cy="2057400"/>
          </a:xfrm>
          <a:prstGeom prst="roundRect">
            <a:avLst>
              <a:gd name="adj" fmla="val 266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1288" y="199339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19933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199339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395728"/>
            <a:ext cx="9957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Id | Operation                    | Name        | Starts | E-Rows | A-Rows | Buffers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0 | SELECT STATEMENT             |             |      1 |        |      3 |       5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1 |  TABLE ACCESS BY INDEX ROWID | EMP         |      1 |      1 |      3 |       5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2 |   INDEX RANGE SCAN           | EMP_SAL_IDX |      1 |      2 |      4 |       2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1 - filter("DEPARTMENT_ID"=80)     2 - access("SALARY"=10000)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3977640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096512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17880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플랜에서 읽은 것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4636008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Starts 다 1(반복 없음). E-Rows 2 vs A-Rows 4 — 추정이 살짝 빗나감. Buffers 합 5가 논리 I/O. salary는 access인데 department_id는 filter → dept를 인덱스로 태우면 더 줄겠다는 판정이 여기서 나온다.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추적 도구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tkprof·10046·BCHR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tkprof — SELECT는 Fetch 줄의 query(논리)·disk(물리)를 본다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실행계획 숫자를 읽어 SQL을 판정한다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970532"/>
            <a:ext cx="10506456" cy="2057400"/>
          </a:xfrm>
          <a:prstGeom prst="roundRect">
            <a:avLst>
              <a:gd name="adj" fmla="val 266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1288" y="222656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22656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2226564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628900"/>
            <a:ext cx="9957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hr.emp where employee_id = 100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    count   disk   query  current  rows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        2      9       2       0      1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Source: TABLE ACCESS BY INDEX ROWID EMP (cr=2 pr=9)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INDEX UNIQUE SCAN EMP_IDX      (cr=1 pr=1)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421081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32968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41198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읽은 것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486918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Fetch 줄만 본다. query=2가 논리 I/O(consistent gets), disk=9는 물리(캐시 flush 후 첫 read라 큼). Row Source의 cr=2가 그 query와 같은 값 — operation별로 쪼갠 것.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10046 — level 12로 돌리면 bind 값과 wait까지 실제로 찍힌다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실행계획 숫자를 읽어 SQL을 판정한다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970532"/>
            <a:ext cx="10506456" cy="2057400"/>
          </a:xfrm>
          <a:prstGeom prst="roundRect">
            <a:avLst>
              <a:gd name="adj" fmla="val 266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1288" y="222656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22656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2226564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628900"/>
            <a:ext cx="9957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session set events '10046 trace name context forever, level 12';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level 12 = 4(bind) + 8(wait)  ← 레벨은 더한다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:b_id := 50;   select * from hr.emp where department_id = :b_id;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BINDS:  :b_id = 50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WAITS:  db file sequential read / db file scattered read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421081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32968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41198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레벨은 더한다 — 12 = 4 + 8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486918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기본 · 4 +bind · 8 +wait, 그리고 둘 다 원하면 더해서 12(=4+8). sql_trace로는 안 보이는 '무슨 값으로(bind)·무엇을 기다렸나(wait)'가 level 12에서 다 찍힌다. 느린 게 기다림일 때 필수.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버퍼 캐시 히트율은 높다고 좋은 게 아니다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실행계획 숫자를 읽어 SQL을 판정한다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2226564"/>
            <a:ext cx="10506456" cy="1545336"/>
          </a:xfrm>
          <a:prstGeom prst="roundRect">
            <a:avLst>
              <a:gd name="adj" fmla="val 3550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1288" y="248259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48259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248259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884932"/>
            <a:ext cx="9957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BCHR = (1 - disk / (query + current)) * 100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나쁜 계획:  query 100,000  disk 50  -&gt;  BCHR 99.95%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좋은 계획:  query    200   disk 20  -&gt;  BCHR 90.9%  (논리 I/O 500배 적음)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3954780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073652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15594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히트율 높은 쪽이 오히려 500배 느리다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4613148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실행계획이 나빠 논리 읽기가 폭증하면 BCHR은 오히려 100%에 가까워진다(위 나쁜 계획 99.95%). 디스크는 안 가고 캐시에서만 잔뜩 읽어서다. 지표는 히트율이 아니라 논리 I/O(Buffers) 절대량이다.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접근 경로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쿼리, 숫자로 고른다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쿼리라도 경로마다 Buffers가 갈린다 — 한눈에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실행계획 숫자를 읽어 SQL을 판정한다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8396" y="2023872"/>
            <a:ext cx="5852160" cy="1950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" y="415747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27634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435864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경로의 Buffers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481584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기본(EMP_SAL_IDX) 5, dept 인덱스 강제 4, and_equal 10(최악), index_combine 4. 옵티마이저 기본이 최선이 아니다 — 숫자로 고른다. 왜 and_equal이 10인지는 다음 장 실제 플랜에서.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and_equal이 최악인가 — 실제 플랜을 보면 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실행계획 숫자를 읽어 SQL을 판정한다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970532"/>
            <a:ext cx="10506456" cy="2057400"/>
          </a:xfrm>
          <a:prstGeom prst="roundRect">
            <a:avLst>
              <a:gd name="adj" fmla="val 266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1288" y="222656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22656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2226564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628900"/>
            <a:ext cx="9957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/*+ and_equal(e emp_dept_idx emp_sal_idx) */   ...   Buffers 10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1 |  TABLE ACCESS BY INDEX ROWID EMP           |    10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2 |   AND-EQUAL                                |     8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3 |    INDEX RANGE SCAN  EMP_SAL_IDX           |     5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4 |    INDEX RANGE SCAN  EMP_DEPT_IDX          |     3 |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421081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32968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41198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인덱스를 각각 훑어 합친다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486918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and_equal은 EMP_SAL_IDX(5)와 EMP_DEPT_IDX(3)를 따로 스캔해 rowid를 교집합(AND-EQUAL 8)한 뒤 테이블 접근. 그래서 단일 인덱스(4~5)보다 오히려 많다. 실측 없이 힌트를 믿으면 이렇게 손해.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종류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B*tree vs bitmap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B*tree는 OLTP, bitmap은 DW — 정반대 상황용이다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실행계획 숫자를 읽어 SQL을 판정한다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65960"/>
          <a:ext cx="10506456" cy="2066544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B*tree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bitmap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유일·고선택도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중복 많은 저선택도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DML 비용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낮음(row 잠금)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높음(여러 행 함께 잠금)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연산자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OR에 비효율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AND·OR 모두 효율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OLTP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DW·DSS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215384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334256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4416552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고르는 기준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4873752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종류가 적고 대량 조회하는 DW면 bitmap이 AND/OR을 싸게 처리한다(앞 index_combine=4). 동시 DML 잦은 OLTP엔 독 — 다음 장에서 실제로 본다.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bitmap은 한 값이 여러 행을 잠근다 — 구조부터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실행계획 숫자를 읽어 SQL을 판정한다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76" y="2282952"/>
            <a:ext cx="5486400" cy="1706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" y="4172712"/>
            <a:ext cx="10506456" cy="1316736"/>
          </a:xfrm>
          <a:prstGeom prst="roundRect">
            <a:avLst>
              <a:gd name="adj" fmla="val 8333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291584"/>
            <a:ext cx="73152" cy="107899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437388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조각이 범위를 덮는다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4831080"/>
            <a:ext cx="9957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bitmap은 키 하나(gender=m)가 그 값을 가진 여러 행을 한 조각으로 덮는다. A가 그 조각을 잠그면 같은 m을 넣는 C는 다른 행이어도 대기.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세션이 막힌다 — enq: TX - row lock contention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실행계획 숫자를 읽어 SQL을 판정한다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2098548"/>
            <a:ext cx="10506456" cy="1801368"/>
          </a:xfrm>
          <a:prstGeom prst="roundRect">
            <a:avLst>
              <a:gd name="adj" fmla="val 3046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1288" y="235458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35458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235458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756916"/>
            <a:ext cx="99578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세션1: insert ...values(1,'m','y')   세션2: insert ...values(3,'m','y')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sid, blocking_session, event from v$session where event like '%TX%';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SID  BLOCKING_SESSION  EVENT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286  255               enq: TX - row lock contention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4082796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201668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283964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행인데 막혔다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4741164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286은 (3,'m','y'), 255는 (1,'m','y') — 행은 다르지만 gender='m'이 같다. 같은 bitmap 조각을 두고 286이 255에 막혔다. B*tree라면 안 막혔을 경합이다. 그래서 bitmap은 OLTP 금지.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조인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방법·순서·실행순서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조인은 건수로 방법을, 힌트로 순서를 정한다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실행계획 숫자를 읽어 SQL을 판정한다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103120"/>
          <a:ext cx="10506456" cy="2066544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힌트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NESTED LOOP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건수 적을 때·인덱스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use_nl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SORT MERGE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건수 많을 때·정렬 주의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use_merge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HASH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건수 많을 때·해시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use_hash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조인 순서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from 순서 / 지정 순서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ordered / leading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352544"/>
            <a:ext cx="10506456" cy="1316736"/>
          </a:xfrm>
          <a:prstGeom prst="roundRect">
            <a:avLst>
              <a:gd name="adj" fmla="val 8333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471416"/>
            <a:ext cx="73152" cy="107899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4553712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방법과 순서는 다른 축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5010912"/>
            <a:ext cx="9957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바깥이 1행이면 순서를 바꿔도 Buffers는 같다. 바깥이 여러 행이면 누가 driving이냐로 반복 횟수가 달라진다 — 곧 Starts로 본다.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NL은 바깥 각 행마다 안쪽을 반복한다 — 구조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실행계획 숫자를 읽어 SQL을 판정한다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5436" y="1999488"/>
            <a:ext cx="7498080" cy="1999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" y="4181856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300728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4383024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바깥(driving)이 반복을 정한다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4840224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 EMPLOYEES의 각 행마다 안쪽 DEPARTMENTS를 인덱스로 조회해 붙인다. 바깥이 작을수록 안쪽 반복이 적어 NL이 싸다. driven(안쪽)엔 조인키 인덱스가 있어야 반복이 싸다. 실제 플랜 두 개로 확인한다.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① 바깥이 1행 — employee_id=100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실행계획 숫자를 읽어 SQL을 판정한다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737360"/>
            <a:ext cx="10506456" cy="2057400"/>
          </a:xfrm>
          <a:prstGeom prst="roundRect">
            <a:avLst>
              <a:gd name="adj" fmla="val 266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1288" y="199339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19933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199339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395728"/>
            <a:ext cx="9957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1 |  NESTED LOOPS                               |    4 |  Starts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2 |   TABLE ACCESS BY INDEX ROWID EMPLOYEES     |    2 |    1   &lt;&lt; outer/driving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3 |    INDEX UNIQUE SCAN EMP_EMP_ID_PK          |      |    1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4 |   TABLE ACCESS BY INDEX ROWID DEPARTMENTS   |    2 |    1   &lt;&lt; inner/driven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5 |    INDEX UNIQUE SCAN DEPT_ID_PK             |      |    1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3977640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096512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17880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번씩만 돈다 · |* = Predicate 있음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4636008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Starts 다 1, 순서 3-&gt;2-&gt;5-&gt;4-&gt;1, Buffers 4. |* 3·5는 아래 Predicate에 조건 있다는 표시 — 3=access(EMP_ID=100), 5=access(조인키). Id5 access(조인키)가 곧 driven이 인덱스로 붙은 증거다.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② 바깥이 여러 행 — location_id=1400에서 Starts가 반복을 드러낸다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실행계획 숫자를 읽어 SQL을 판정한다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729484"/>
            <a:ext cx="10506456" cy="2313432"/>
          </a:xfrm>
          <a:prstGeom prst="roundRect">
            <a:avLst>
              <a:gd name="adj" fmla="val 2372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298551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98551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298551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3387852"/>
            <a:ext cx="99578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location 1400 → 부서 60 (1행) → 그 부서 사원 5명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이번엔 DEPARTMENTS가 바깥(driving): 조건이 부서를 먼저 거름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Id | Operation                          | Buffers | Starts | A-Rows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3 |   DEPARTMENTS (BY INDEX ROWID)      |     2   |    1   |    1   |  &lt;&lt; 바깥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5 |   INDEX RANGE SCAN EMP_DEPARTMENT_IX|     2   |    1   |    5  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6 |  EMPLOYEES  (BY INDEX ROWID)        |     2   |    5   |    5   |  &lt;&lt; 안쪽·Starts=5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② 바깥이 여러 행 — location_id=1400에서 Starts가 반복을 드러낸다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실행계획 숫자를 읽어 SQL을 판정한다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816352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35224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01752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바깥은 고정이 아니다 — 조건이 driving을 정한다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474720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location 1400은 부서를 먼저 1행(60번)으로 걸러 이번엔 DEPARTMENTS가 바깥. 그 부서 사원이 5명이라 안쪽 EMPLOYEES가 5번 반복 = Starts 5. ①(emp_id=100)은 사원이 바깥이었는데 여기선 뒤집혔다 — 먼저 걸러지는 쪽이 driving이고, 그 건수가 안쪽 반복(Starts)을 정한다. 실행순서가 3→2→5→4→5→4…→1로 길어지는 건 이 반복 때문이다.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빈틈 &amp; 궁금한 점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확인하고 넘어갈 것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남는 질문 — 확인하고 넘어가면 좋은 것들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실행계획 숫자를 읽어 SQL을 판정한다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2660904"/>
            <a:ext cx="10506456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옵티마이저가 5를 골랐는데 dept 힌트가 4였다 → E-Rows≪A-Rows가 근거, 통계 추정 어긋남 의심 (확인 권장)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and_equal은 옛 방식 → 요즘 옵티마이저는 거의 안 쓰고 index_combine이 대체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location_id=1400을 optimizer_features 옛 버전으로 돌리면 plan이 바뀐다 → 버전별 NL prefetch 차이 (참고만)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실행순서가 길고 헷갈리면 항상 Starts부터 → 안쪽 반복 횟수가 거기 있다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E89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41248" y="269748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971800"/>
            <a:ext cx="10506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플랜의 숫자부터 읽어라 — Starts·E/A-Rows·Buffers가 답을 말한다.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실행계획 숫자를 읽어 SQL을 판정한다</dc:title>
  <dc:subject>PptxGenJS Presentation</dc:subject>
  <dc:creator>Oracle DBA Study</dc:creator>
  <cp:lastModifiedBy>Oracle DBA Study</cp:lastModifiedBy>
  <cp:revision>1</cp:revision>
  <dcterms:created xsi:type="dcterms:W3CDTF">2026-07-01T12:24:01Z</dcterms:created>
  <dcterms:modified xsi:type="dcterms:W3CDTF">2026-07-01T12:24:01Z</dcterms:modified>
</cp:coreProperties>
</file>