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03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E89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775704" y="6035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rac.html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41248" y="2395728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91056" y="228600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E89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학습 정리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78892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RAC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41248" y="5989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부트캠프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흐름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" y="13167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Oracle RAC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7373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55648" y="17556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RAC란 — 여러 노드가 하나의 DB를 공유한다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755648" y="21488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shared-everything · 고가용성(HA) + 확장성(scalability) · 인스턴스 여럿, 데이터베이스 하나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26517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55648" y="26700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4종 — public · private · VIP · SCAN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55648" y="30632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IP가 맡은 역할이 다르다 · ping으로 확인하는 연결 상태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35661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755648" y="35844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 스택 — Grid Infrastructure와 DB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55648" y="39776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Clusterware + ASM = Grid · 그 위에 Oracle Database · 설치 순서에는 이유가 있다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44805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55648" y="44988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스토리지와 ASM — 디스크를 함께 쓴다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55648" y="48920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shareable 디스크 · oracleasm 드라이버 · 디스크 그룹(DATA/FRA) · redundancy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72784" y="17373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87184" y="17556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흐름 — 준비부터 DB 생성까지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87184" y="21488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 준비 → ASM 디스크 → Grid → DB S/W → DB 생성 · 순서가 곧 의존성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72784" y="26517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187184" y="26700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클러스터 검증 — crsctl로 리소스를 읽는다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187184" y="30632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crsctl stat res -t · 두 인스턴스가 같은 racdb를 Open · oratab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72784" y="35661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187184" y="35844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 다룰 것 (로드맵)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187184" y="39776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RAC 수업이 진행되며 채워 나갈 목차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RAC란 — 여러 노드가 하나의 DB를 공유한다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shared-everything · 고가용성(HA) + 확장성(scalability) · 인스턴스 여럿, 데이터베이스 하나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RAC란 — 여러 노드가 하나의 DB를 공유한다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Oracle RAC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1050645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RAC (Real Application Clusters) = 여러 서버( 노드 )에 각각 오라클 인스턴스 를 띄우고, 그 인스턴스들이 하나의 데이터베이스(공유 스토리지의 데이터파일) 를 함께 여는 구조. "인스턴스는 여럿, 데이터베이스는 하나"가 핵심 — 내부구조편에서 배운 인스턴스(메모리+프로세스)와 데이터베이스(디스크의 파일)의 분리가 여기서 결실을 맺는다.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712464"/>
            <a:ext cx="10506456" cy="2304288"/>
          </a:xfrm>
          <a:prstGeom prst="roundRect">
            <a:avLst>
              <a:gd name="adj" fmla="val 476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831336"/>
            <a:ext cx="73152" cy="2066544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895344"/>
            <a:ext cx="9957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다이어그램  </a:t>
            </a:r>
            <a:pPr algn="l" indent="0" marL="0">
              <a:buNone/>
            </a:pPr>
            <a:r>
              <a:rPr lang="en-US" sz="13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racdb1·racdb2는 별개 노드에 있지만 같은 데이터베이스 racdb를 연다 — 사이를 잇는 게 private 인터커넥트(Cache Fusion).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61288" y="4425696"/>
            <a:ext cx="995781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rac1 · 인스턴스 racdb1 · SGA + 백그라운드 프로세스 · 노드 rac2 · 인스턴스 racdb2 · Private 인터커넥트 (Cache Fusion) · 공유 스토리지 — 데이터베이스 racdb (ASM) · 데이터파일 · 컨트롤파일 · redo · 두 인스턴스가 함께 연다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RAC란 — 여러 노드가 하나의 DB를 공유한다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Oracle RAC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020824"/>
          <a:ext cx="10506456" cy="1682496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얻는 것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고가용성 (HA)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하나가 죽어도 남은 노드의 인스턴스가 같은 DB를 계속 서비스 — 무중단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확장성 (scalability)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노드를 추가하면 처리 능력이 늘어난다(scale-out) — 한 대를 키우는 scale-up과 대비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부하 분산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SCAN 리스너가 접속을 여러 인스턴스로 분배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41248" y="3886200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4005072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61288" y="408736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Cache Fusion — RAC의 심장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61288" y="4544568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인스턴스가 같은 블록을 캐시에 올릴 수 있으니, 한쪽이 바꾼 블록을 다른 쪽이 즉시 봐야 한다. 디스크를 거치지 않고 private 인터커넥트로 메모리→메모리 직접 전송 하는 게 Cache Fusion이다 — 그래서 private 네트워크의 속도가 RAC 성능을 좌우한다(§2). 상세 동작은 뒤 차시에서.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4종 — public · private · VIP · SCAN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IP가 맡은 역할이 다르다 · ping으로 확인하는 연결 상태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4종 — public · private · VIP · SCAN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Oracle RAC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523744"/>
            <a:ext cx="10506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RAC는 노드마다 여러 IP를 쓴다 — 각자 역할이 다르다. 실습 구성(조광원 환경):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3182112"/>
          <a:ext cx="10506456" cy="2066544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 (rac1 / rac2)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Public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192.168.56.190 / .191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일반 클라이언트·관리 접속용 실제 IP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Private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192.168.55.190 / .191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인터커넥트 — 노드 간 Cache Fusion·클러스터 통신 전용(별도 서브넷 55)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VIP (가상 IP)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192.168.56.192 / .193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장애 시 다른 노드로 떠서 클라이언트가 빠르게 재접속(TCP 타임아웃 회피)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192.168.56.194 (rac-scan)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단일 접속점 — 클라이언트는 SCAN 하나만 알면 되고, 접속을 인스턴스들로 분배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4종 — public · private · VIP · SCAN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Oracle RAC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1737360"/>
            <a:ext cx="10506456" cy="1801368"/>
          </a:xfrm>
          <a:prstGeom prst="roundRect">
            <a:avLst>
              <a:gd name="adj" fmla="val 3046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199339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199339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199339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2395728"/>
            <a:ext cx="99578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ping -c 3 rac2        → 0% packet loss  (public 연결 OK)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ping -c 3 rac2-priv   → 0% packet loss  (private 인터커넥트 OK)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ping -c 3 rac2-vip    → 100% packet loss, Destination Host Unreachable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VIP는 클러스터웨어(Grid)가 떠야 활성화된다 — 설치 전이라 아직 unreachable(정상)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" y="3721608"/>
            <a:ext cx="10506456" cy="2139696"/>
          </a:xfrm>
          <a:prstGeom prst="roundRect">
            <a:avLst>
              <a:gd name="adj" fmla="val 5128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840480"/>
            <a:ext cx="73152" cy="19019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1288" y="3922776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VIP가 필요한가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61288" y="4379976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죽었는데 물리 IP로 접속을 시도하면, 클라이언트는 TCP 타임아웃(수십 초)을 기다린 뒤에야 실패를 안다. VIP는 노드 장애 시 살아있는 노드로 즉시 떠서(failover) "여긴 지금 없다"를 바로 알려주니, 클라이언트가 대기 없이 다른 노드로 재접속한다. 설치 전 ping이 안 되는 건 아직 클러스터웨어가 VIP를 안 띄웠기 때문 — 오류가 아니다.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4종 — public · private · VIP · SCAN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Oracle RAC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3090672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209544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29184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SCAN(Single Client Access Name).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749040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늘거나 줄어도 클라이언트 접속 문자열을 안 바꾸게 해주는 단일 이름. 클라이언트는 rac-scan 하나만 알면 되고, SCAN 리스너가 그 뒤의 인스턴스들로 연결을 분배한다 — 노드 추가/제거가 클라이언트에 투명해진다.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 스택 — Grid Infrastructure와 DB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Clusterware + ASM = Grid · 그 위에 Oracle Database · 설치 순서에는 이유가 있다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 스택 — Grid Infrastructure와 DB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Oracle RAC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276856"/>
            <a:ext cx="10506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RAC는 두 개의 소프트웨어(홈)를 순서대로 깐다: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2935224"/>
            <a:ext cx="10506456" cy="2560320"/>
          </a:xfrm>
          <a:prstGeom prst="roundRect">
            <a:avLst>
              <a:gd name="adj" fmla="val 4286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054096"/>
            <a:ext cx="73152" cy="232257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118104"/>
            <a:ext cx="9957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다이어그램  </a:t>
            </a:r>
            <a:pPr algn="l" indent="0" marL="0">
              <a:buNone/>
            </a:pPr>
            <a:r>
              <a:rPr lang="en-US" sz="13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Grid Infrastructure(Clusterware+ASM)를 먼저 깔아 클러스터·스토리지 기반을 만들고, 그 위에 Oracle Database를 얹는다.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61288" y="3648456"/>
            <a:ext cx="99578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Oracle Database (dbhome) — 인스턴스 racdb1·racdb2 · 우리가 지금까지 배운 DB. RAC로 여러 노드에 함께 뜬다 · ① Grid: Clusterware · 노드들을 하나의 클러스터로 · 묶고 리소스를 관리(crsctl) · ① Grid: ASM · 공유 디스크를 디스크 그룹으로 · 관리(+ASM1·+ASM2 인스턴스)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 스택 — Grid Infrastructure와 DB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Oracle RAC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816352"/>
            <a:ext cx="10506456" cy="2139696"/>
          </a:xfrm>
          <a:prstGeom prst="roundRect">
            <a:avLst>
              <a:gd name="adj" fmla="val 5128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35224"/>
            <a:ext cx="73152" cy="19019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01752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Grid를 먼저 까나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474720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DB가 공유 스토리지에 데이터파일을 두려면 그 스토리지(ASM)가 먼저 있어야 하고, 여러 노드가 하나의 DB를 열려면 그들을 묶는 클러스터(Clusterware)가 먼저 있어야 한다 — 그래서 Grid → DB 순서다. 환경변수도 둘을 분리한다: .grid_env (ORACLE_SID=+ASM1)와 .db_env (ORACLE_SID=racdb1)를 alias( grid_env / db_env )로 전환.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스토리지와 ASM — 디스크를 함께 쓴다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shareable 디스크 · oracleasm 드라이버 · 디스크 그룹(DATA/FRA) · redundancy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스토리지와 ASM — 디스크를 함께 쓴다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Oracle RAC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125980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RAC의 전제는 모든 노드가 같은 디스크를 볼 수 있어야 한다는 것. VirtualBox 실습에선 디스크를 shareable 로 만들어 두 VM에 물린다: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113532"/>
            <a:ext cx="10506456" cy="1545336"/>
          </a:xfrm>
          <a:prstGeom prst="roundRect">
            <a:avLst>
              <a:gd name="adj" fmla="val 3550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336956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336956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3369564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3771900"/>
            <a:ext cx="99578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(윈도우 호스트) 5GB 고정 디스크 6개 생성 후 공유 가능으로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VBoxManage createhd --filename C:\rac\asm1.vdi --size 5120 --format VDI --variant fixed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VBoxManage modifyhd C:\rac\asm1.vdi --type shareable   # asm2~6도 동일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" y="4841748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리눅스에선 oracleasm 드라이버로 이 디스크들을 ASM이 쓸 형태로 준비한다 — 디스크에 라벨(ASMDISK01…)을 찍는 과정: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스토리지와 ASM — 디스크를 함께 쓴다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Oracle RAC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729484"/>
            <a:ext cx="10506456" cy="2313432"/>
          </a:xfrm>
          <a:prstGeom prst="roundRect">
            <a:avLst>
              <a:gd name="adj" fmla="val 2372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298551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298551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2985516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3387852"/>
            <a:ext cx="99578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oracleasm configure -i     # owner=oracle, group=oinstall, on-boot=y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oracleasm init             # /dev/oracleasm 마운트, 드라이버 로드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fdisk /dev/sdb             # n→enter×4→w : 디스크 전체를 파티션 1개로 (sdb1)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oracleasm createdisk ASMDISK01 /dev/sdb1   # sdc1~sdh1도 → ASMDISK07까지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oracleasm scandisks        # 반대 노드(rac2)에선 이것만 — 라벨을 인식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oracleasm listdisks        ASMDISK01 … ASMDISK07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스토리지와 ASM — 디스크를 함께 쓴다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Oracle RAC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459736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578608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660904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라벨은 한 노드에서만 찍는다.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118104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createdisk 는 rac1에서만(디스크에 라벨을 쓰는 작업). rac2는 scandisks 만 하면 같은 공유 디스크의 라벨을 그대로 인식한다 — "Instantiating disk ASMDISK01…". 공유 디스크라서 rac2가 라벨을 다시 쓸 필요가 없다.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4507992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ASM은 이 디스크들을 묶어 디스크 그룹 으로 관리한다 — 파일 시스템 대신 오라클 전용 볼륨 관리자: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스토리지와 ASM — 디스크를 함께 쓴다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Oracle RAC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075688"/>
          <a:ext cx="10506456" cy="1298448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32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디스크 그룹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32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DATA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데이터파일·컨트롤파일·redo 등 실데이터 (Grid 설치 때 생성)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FRA (Fast Recovery Area)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백업·아카이브 로그·플래시백 (ASMCA로 추가 생성)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41248" y="3557016"/>
            <a:ext cx="10506456" cy="2139696"/>
          </a:xfrm>
          <a:prstGeom prst="roundRect">
            <a:avLst>
              <a:gd name="adj" fmla="val 5128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3675888"/>
            <a:ext cx="73152" cy="19019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61288" y="3758184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redundancy — 미러링의 정도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61288" y="4215384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디스크 그룹 생성 시 이중화 수준을 고른다: external (미러링 없음 — 스토리지 장비가 이미 RAID, 실습은 이것) · normal (2중 미러) · high (3중 미러). ASM이 소프트웨어로 블록을 여러 디스크에 복제해 디스크 하나가 죽어도 견디게 한다. 실습은 external(디스크 1~2번만 골라 DATA 구성).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흐름 — 준비부터 DB 생성까지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 준비 → ASM 디스크 → Grid → DB S/W → DB 생성 · 순서가 곧 의존성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흐름 — 준비부터 DB 생성까지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Oracle RAC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660904"/>
          <a:ext cx="10506456" cy="2450592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도구·명령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OS 준비 (84일차)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유저·그룹(oracle+asmadmin/asmdba/asmoper)·커널 limits· /etc/hosts (public/private/vip/scan)·방화벽 중지·시간 동기(ntpd)·디렉토리·환경변수·rac2 복제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yum … preinstall-19c · usermod · .bash_profile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ASM 디스크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shareable 디스크 → 파티션 → 라벨(§4)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oracleasm createdisk/scandisks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Grid 설치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grid zip 압축 해제 → cvuqdisk rpm → GUI 설치(SCAN·노드·SSH·디스크 그룹) → 노드별 root.sh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./gridSetup.sh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DB S/W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db zip 압축 해제 → GUI로 소프트웨어만 설치(양 노드)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./runInstaller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DB 생성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RAC 데이터베이스 racdb 생성(양 노드 인스턴스 racdb1·racdb2)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dbca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흐름 — 준비부터 DB 생성까지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Oracle RAC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1737360"/>
            <a:ext cx="10506456" cy="2057400"/>
          </a:xfrm>
          <a:prstGeom prst="roundRect">
            <a:avLst>
              <a:gd name="adj" fmla="val 2667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199339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199339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199339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2395728"/>
            <a:ext cx="9957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③ Grid 설치 중 흔한 함정 — avahi(mDNS)가 SCAN 확인을 방해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systemctl stop avahi-daemon &amp;&amp; systemctl disable avahi-daemon   # 양 노드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이후 check 재클릭 → 무해한 경고는 'ignore all' → install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cvuqdisk: 클러스터 검증 유틸이 공유 디스크를 확인하려 필요한 rpm(root로 설치)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rpm -Uvh $GRID_HOME/cv/rpm/cvuqdisk-1.0.10-1.rpm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" y="3977640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096512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1288" y="417880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설치가 꼬이면 초기화 후 재시도.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61288" y="4636008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 설치 오류 시 rm -rf /etc/oraInst.loc /opt/ORCLfmap /u01 로 흔적을 지우고 디렉토리를 다시 만든 뒤 재설치(실습 노트의 복구 절차). root.sh 는 각 노드에서 root로 실행 — 클러스터웨어를 실제로 기동하는 단계라 GUI가 이 시점에 root 권한을 요구한다.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클러스터 검증 — crsctl로 리소스를 읽는다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crsctl stat res -t · 두 인스턴스가 같은 racdb를 Open · oratab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클러스터 검증 — crsctl로 리소스를 읽는다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Oracle RAC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3483864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설치가 끝나면 crsctl stat res -t 로 클러스터가 관리하는 리소스 들의 상태를 본다 — 무엇이 어느 노드에서 ONLINE인지: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클러스터 검증 — crsctl로 리소스를 읽는다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Oracle RAC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089404"/>
            <a:ext cx="10506456" cy="3593592"/>
          </a:xfrm>
          <a:prstGeom prst="roundRect">
            <a:avLst>
              <a:gd name="adj" fmla="val 1527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234543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234543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2345436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2747772"/>
            <a:ext cx="9957816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crsctl stat res -t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Resources           (노드마다 하나씩)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ora.LISTENER.lsnr        rac1 ONLINE · rac2 ONLINE   ← 로컬 리스너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ora.net1.network / ora.ons / ora.chad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 Resources         (클러스터 전체에서 관리)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ora.DATA.dg              rac1·rac2 ONLINE            ← DATA 디스크 그룹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ora.FRA.dg               rac1·rac2 ONLINE            ← FRA 디스크 그룹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ora.asm                  rac1·rac2 Started,STABLE    ← ASM 인스턴스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ora.LISTENER_SCAN1.lsnr  rac1 ONLINE                 ← SCAN 리스너(클러스터에 1개)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ora.rac1.vip / ora.rac2.vip / ora.scan1.vip         ← VIP·SCAN VIP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ora.racdb.db             rac1 Open · rac2 Open       ← DB: 두 인스턴스가 Open!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클러스터 검증 — crsctl로 리소스를 읽는다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Oracle RAC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619756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ora.racdb.db 가 rac1·rac2 양쪽에서 Open — 이것이 RAC가 섰다는 증거다. 각 노드에서 접속해 인스턴스 이름을 확인하면 서로 다르다: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607308"/>
            <a:ext cx="10506456" cy="1545336"/>
          </a:xfrm>
          <a:prstGeom prst="roundRect">
            <a:avLst>
              <a:gd name="adj" fmla="val 3550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386334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386334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386334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265676"/>
            <a:ext cx="99578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rac1$ sqlplus / as sysdba   →  SYS@racdb1&gt; select instance_name from v$instance;  racdb1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rac2$ sqlplus / as sysdba   →  SYS@racdb2&gt; select instance_name from v$instance;  racdb2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인스턴스는 racdb1·racdb2로 다르지만, 여는 데이터베이스(racdb)는 하나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클러스터 검증 — crsctl로 리소스를 읽는다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Oracle RAC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1929384"/>
            <a:ext cx="10506456" cy="2139696"/>
          </a:xfrm>
          <a:prstGeom prst="roundRect">
            <a:avLst>
              <a:gd name="adj" fmla="val 5128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048256"/>
            <a:ext cx="73152" cy="19019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130552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oratab과 oraenv — SID 전환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2587752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/etc/oratab 에 +ASM1 · racdb1 (rac2는 +ASM2 · racdb2 )을 등록해 두면 . oraenv 로 ORACLE_SID·ORACLE_HOME을 한 번에 전환한다. 한 노드에서 ASM(+ASM1)과 DB(racdb1) 두 인스턴스를 오가야 하므로 이 전환이 일상 — crsctl 은 클러스터 전체 상태를, v$instance 는 지금 붙은 인스턴스를 본다.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4251960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370832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45312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OFFLINE 3번은 정상.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" y="4910328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목록에서 ora.asmgroup 의 3번이 OFFLINE으로 보이는 건 2노드 구성이라 세 번째 슬롯이 비어 있는 것 — 장애가 아니다. rac1·rac2(1·2번)가 ONLINE이면 정상.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 다룰 것 (로드맵)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RAC 수업이 진행되며 채워 나갈 목차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 다룰 것 (로드맵)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Oracle RAC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3090672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209544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329184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61288" y="3749040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튜닝편(단일 인스턴스의 성능)과 이 RAC편(여러 인스턴스의 협업)은 나란히 쌓인다. 오늘까지는 클러스터를 세우는 것 까지 — 다음은 그 위에서 블록이 어떻게 공유되는지(Cache Fusion)로 들어간다.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03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E89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41248" y="269748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971800"/>
            <a:ext cx="10506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있으면 편하게 말씀해 주세요.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RAC</dc:title>
  <dc:subject>PptxGenJS Presentation</dc:subject>
  <dc:creator>Oracle DBA Study</dc:creator>
  <cp:lastModifiedBy>Oracle DBA Study</cp:lastModifiedBy>
  <cp:revision>1</cp:revision>
  <dcterms:created xsi:type="dcterms:W3CDTF">2026-07-21T08:28:20Z</dcterms:created>
  <dcterms:modified xsi:type="dcterms:W3CDTF">2026-07-21T08:28:20Z</dcterms:modified>
</cp:coreProperties>
</file>