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75704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BE3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 19c · rman_recovery.html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1050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학습 정리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468880"/>
            <a:ext cx="10506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RMAN 백업·복구 치트시트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841248" y="5486400"/>
            <a:ext cx="2926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5623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부트캠프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" y="2743200"/>
            <a:ext cx="10506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393192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있으면 편하게 말씀해 주세요.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RMAN 백업·복구 치트시트</dc:title>
  <dc:subject>PptxGenJS Presentation</dc:subject>
  <dc:creator>Oracle DBA Study</dc:creator>
  <cp:lastModifiedBy>Oracle DBA Study</cp:lastModifiedBy>
  <cp:revision>1</cp:revision>
  <dcterms:created xsi:type="dcterms:W3CDTF">2026-07-01T01:39:20Z</dcterms:created>
  <dcterms:modified xsi:type="dcterms:W3CDTF">2026-07-01T01:39:20Z</dcterms:modified>
</cp:coreProperties>
</file>