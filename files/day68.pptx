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68일차의 줄기는 '블록에 여유 공간(pctfree)이 있는가' 하나다. 여유가 없으면 두 갈래로 터진다. (1) update로 커진 행이 다른 블록으로 이사하는 row migration, (2) 한 블록을 여러 트랜잭션이 고칠 때 ITL 슬롯을 못 늘려 생기는 enq: TX - allocate ITL entry 대기. 처방이 똑같다는 게 핵심 — 파라미터를 바꾼 뒤 move로 재구성하고 인덱스를 rebuild online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내용은 독립 주제가 아니라 62~68로 쌓아온 'SQL 한 줄이 처리되는 과정'의 저장·블록 계층이다. ITL은 64(DML에서 block header ITL)·66(Lock에서 enq: TX)에서 이름을 봤고 오늘 블록 파라미터로 재현한다. full table scan의 db file scattered read는 63일차 버퍼캐시에서 배운 물리 I/O 대기와 같은 것이다. pctfree·블록 여유는 67일차 저장구조의 연장이다. 그래서 오늘은 '새로 배우는 것'보다 '앞에서 이름만 본 것을 손으로 확인'하는 성격이 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UNDO는 트랜잭션 크기에 따라 수시로 늘고 줄어야 해서 오라클이 공간을 직접 관리한다. LMT만 가능(DMT 불가)하고, extent 크기도 UNIFORM SIZE로 사용자가 못 정한다. 그래서 CREATE UNDO TABLESPACE 문은 DATAFILE·SIZE·AUTOEXTEND·MAXSIZE 같은 datafile 옵션까지만 작성한다.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update로 행이 커졌는데 블록에 pctfree 여유가 없으면 행이 새 블록으로 이사하고 원블록엔 포인터만 남는다. 인덱스는 옛 rowid(원블록)를 가리키므로 스캔이 원블록→새블록으로 한 번 더 점프한다. 이 더블 홉이 v$sysstat의 table fetch continued row를 migration 행 수(334)만큼 올린다. 이게 추가 I/O의 정량 증거다.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데이터라도 통계 방법에 따라 chain_cnt가 다르다. dbms_stats는 채우지 않아 0, analyze table … compute statistics라야 334가 잡힌다. 시험·실무 함정. 해결은 alter table move(행 재배치 → 인덱스 UNUSABLE) 후 rebuild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initrans 1 maxtrans 2 pctfree 0 테이블에서 한 블록의 row1·row2·row3을 세 세션이 동시에 update하면, 슬롯은 처음 하나뿐(initrans 1)이고 늘릴 자리도 없어(pctfree 0) 세 번째 세션이 enq: TX - allocate ITL entry로 대기한다. 진단·해결은 화면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initrans 1 maxtrans 2로 만들어도 dba_tables의 max_trans는 255로 나온다. maxtrans가 10g부터 폐기돼 무시되기 때문. 그래서 실질 레버는 initrans(슬롯 수)와 pctfree(늘릴 여유)뿐이다.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CTAS로 만든 hr.emp는 인덱스가 없어 employee_id=100 한 행을 찾아도 TABLE ACCESS FULL이 된다. full scan은 첫 블록부터 HWM까지 db_file_multiblock_read_count(78)만큼 묶어 읽는 Multi Block I/O라 db file scattered read 대기가 뜬다. HWM은 delete로 안 내려가고 truncate라야 리셋된다. 다음 시간 인덱스·액세스 경로 튜닝으로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'그저 정리'와 '이해하고 설명'을 가르는 부분이다. (1) row chaining은 migration과 달리 pctfree로 예방 불가 — 블록 크기·설계 문제. (2) alter table move는 Exclusive 잠금이라 무중단엔 dbms_redefinition이 대안일 가능성이 높다(확인 권장). (3) chain_cnt는 analyze 전용이라 dbms_stats 정기 수집만으론 migration을 못 본다. (4) 인덱스 initrans 기본이 2인 건 인덱스 블록이 동시 DML 경합에 더 노출되기 때문으로 보인다(확인 권장). 노트 밖 일반 지식은 '확인 권장'으로 표시 — 지어내지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75704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E3DD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Database 19c · 68일차 노트 · guide_62_68.html §7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9B8C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68일차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10506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블록이 꽉 차면 생기는 일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388620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68일차 — pctfree 하나에서 갈라지는 row migration · ITL · 재구성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5486400"/>
            <a:ext cx="2926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부트캠프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발표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한 뿌리에서 갈라지는 세 현상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45364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55648" y="24719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UNDO 테이블스페이스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55648" y="2865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extent는 오라클이 관리한다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16992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55648" y="318820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row migration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55648" y="35814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행이 블록을 옮길 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55648" y="390448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ITL 슬롯 부족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55648" y="429768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enq: TX - allocate ITL entry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60248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55648" y="462076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Full Table Scan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55648" y="501396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튜닝으로 가는 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53187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55648" y="5337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빈틈 &amp; 궁금한 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55648" y="5730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노트가 안 다룬 것 · 더 확인할 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00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오늘의 큰 그림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한 뿌리에서 갈라지는 세 현상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블록에 여유 공간이 없으면 행 이사·ITL 대기·재구성이 한 뿌리에서 터진다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01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737360"/>
            <a:ext cx="6583680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3977640"/>
            <a:ext cx="10506456" cy="18653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977640"/>
            <a:ext cx="64008" cy="18653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열쇠는 pctfree(블록 여유) 하나다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여유가 있으면 커진 행도 제자리에서 처리되고 ITL 슬롯도 늘릴 수 있다. 여유가 0이면 → 행은 새 블록으로 이사(row migration), ITL은 슬롯을 못 늘려 대기. 두 문제의 처방은 'move + rebuild online' 하나로 모인다.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오늘은 62~68 'SELECT/DML 처리' 흐름의 저장·블록 계층에 얹힌다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02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2116556"/>
            <a:ext cx="8595360" cy="1491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3790468"/>
            <a:ext cx="10506456" cy="18653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790468"/>
            <a:ext cx="64008" cy="186537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399163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오늘 얹히는 지점 — 이전 수업과의 연결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448836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ITL·TX는 64일차 DML·66일차 Lock에서 개념을 봤고, 오늘은 블록 파라미터(initrans·pctfree)로 직접 재현·해결한다. full scan의 db file scattered read는 63일차 버퍼캐시 물리 I/O의 그 대기다. pctfree·블록 구조는 67일차 저장구조에서 바로 이어진다.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UNDO 테이블스페이스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extent는 오라클이 관리한다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UNDO는 사용자가 extent 크기를 못 정한다 — 오라클이 자동으로 관리한다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20824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항목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일반 테이블스페이스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UNDO 테이블스페이스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extent 관리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DMT 또는 LMT 선택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LMT만 (DMT 불가)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extent 크기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UNIFORM으로 지정 가능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오라클이 자동 결정(지정 불가)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CREATE 구문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extent 절 작성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datafile 절까지만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3886200"/>
            <a:ext cx="10506456" cy="18653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886200"/>
            <a:ext cx="64008" cy="186537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408736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왜 사용자가 못 정하나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54456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undo는 롤백·읽기일관성용이라 트랜잭션 크기에 따라 수시로 늘고 줄어야 한다. 그래서 오라클이 extent를 자동 관리(LMT+autoallocate)하고, 사용자는 datafile 절(SIZE·AUTOEXTEND·MAXSIZE)까지만 정한다 — extent 절을 쓸 여지가 없다.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row migration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행이 블록을 옮길 때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행이 커져 안 들어가면 새 블록으로 이사하고, 인덱스는 두 번 점프한다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036" y="1737360"/>
            <a:ext cx="7040880" cy="1799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3719576"/>
            <a:ext cx="10506456" cy="21396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719576"/>
            <a:ext cx="64008" cy="213969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392074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메커니즘 → 증거 → 해결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377944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update로 커진 행 &gt; 블록 여유(pctfree) → 행은 새 블록으로, 원블록엔 새 주소 포인터만. 인덱스는 옛 rowid를 가리켜 원블록→새블록 2번 접근 → table fetch continued row가 migration 수(실습 334)만큼 증가. 해결: alter table move(→인덱스 UNUSABLE) + rebuild online.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chain_cnt는 analyze로만 채워진다 — dbms_stats로는 0으로 남는다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212848"/>
          <a:ext cx="10506456" cy="1298448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통계 수집 방법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chain_cnt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무엇을 뜻하나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dbms_stats.gather_table_stats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0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migration을 세지 않는다 (함정)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analyze table … compute statistics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334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migration된 행 수가 잡힌다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3694176"/>
            <a:ext cx="10506456" cy="18653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694176"/>
            <a:ext cx="64008" cy="186537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389534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왜 함정이고, 어떻게 감시하나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352544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정기 통계는 보통 dbms_stats로 돌리는데 그건 chain_cnt를 0으로 둔다 → migration을 놓치기 쉽다. 확인하려면 analyze를 따로 쓰거나, 운영에선 table fetch continued row 추이(추가 I/O)로 감시한다. blocks 수(370→748)만으론 migration 여부를 알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ITL 슬롯 부족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enq: TX - allocate ITL entry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한 블록을 여러 세션이 고치는데 ITL 슬롯이 모자라면 마지막 세션이 대기한다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1737360"/>
            <a:ext cx="54864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3749040"/>
            <a:ext cx="10506456" cy="21396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749040"/>
            <a:ext cx="64008" cy="213969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39502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조건 · 진단 · 해결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407408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슬롯 수(initrans)와 늘릴 공간(pctfree)이 둘 다 모자라면 대기. 진단: blocking_session으로 막은 세션, v$segment_statistics의 'ITL waits'로 객체. v$lock에선 TX REQUEST=4(Share)로 요청(row lock의 X(6)과 다름). 해결: initrans↑·pctfree↑ 후 move + rebuild.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maxtrans는 10g 이후 무시되어 항상 255다 — 실질 레버는 initrans와 pctfree다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파라미터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지정값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조회값 (dba_tables)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initrans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1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1 — 미리 만드는 슬롯 수 (실질 레버)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maxtrans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2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255 — 지정 무시, 항상 255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pctfree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0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굴림" pitchFamily="34" charset="0"/>
                          <a:ea typeface="굴림" pitchFamily="34" charset="-122"/>
                          <a:cs typeface="굴림" pitchFamily="34" charset="-120"/>
                        </a:rPr>
                        <a:t>0 — 슬롯 늘릴 여유 (실질 레버)</a:t>
                      </a:r>
                      <a:endParaRPr lang="en-US" sz="1200" dirty="0">
                        <a:latin typeface="굴림" charset="0"/>
                        <a:ea typeface="굴림" charset="0"/>
                        <a:cs typeface="굴림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3602736"/>
            <a:ext cx="10506456" cy="21396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602736"/>
            <a:ext cx="64008" cy="21396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3803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왜 255이고, 해결도 migration과 같다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4261104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maxtrans는 10g부터 폐기(deprecated)돼 지정값이 무시되고 항상 255다. 그래서 ITL 동시성 레버는 initrans와 pctfree뿐. alter table … initrans 2 pctfree 10 은 새 블록부터만 적용되니, 기존 블록까지 고치려면 move(data_object_id 바뀜) + rebuild online — row migration과 똑같은 처방.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Full Table Scan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튜닝으로 가는 길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인덱스가 없으면 첫 블록부터 HWM까지 multiblock으로 쓸어 읽는다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737360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395728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create table hr.emp as select * from hr.employees;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select * from hr.emp where employee_id = 100;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| Name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FULL | EMP  |   &lt;- 인덱스가 없어 full scan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721608"/>
            <a:ext cx="10506456" cy="21396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721608"/>
            <a:ext cx="64008" cy="21396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92277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읽는 범위 · I/O · HWM 함정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4379976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full scan은 첫 블록~HWM(사용·미사용 경계)까지 db_file_multiblock_read_count(=78)만큼 묶어 읽어(Multi Block I/O) db file scattered read가 뜬다. HWM은 delete로 행을 다 지워도 안 내려가 여전히 느리다 → truncate라야 리셋한다. 한 행만 찾아도 인덱스가 없으면 전체를 읽는다.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빈틈 &amp; 궁금한 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노트가 안 다룬 것 · 더 확인할 것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786384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66928"/>
            <a:ext cx="8503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여기서 남는 질문 — 확인하고 넘어가면 좋은 것들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 DBA · 블록이 꽉 차면 생기는 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10506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row chaining(행이 블록보다 큼)은 pctfree로 못 막는다 → 더 큰 db_block_size나 설계로 접근. (노트는 migration만 다룸)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운영 중 move는 테이블을 잠근다 → 무중단이 필요하면 online redefinition(dbms_redefinition)이 대안인가? (확인 권장)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chain_cnt를 analyze로만 얻는다면, dbms_stats 정기 수집만으론 migration을 놓친다 → 모니터링은 table fetch continued row 추이로?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인덱스 initrans 기본이 2(테이블은 1)인 이유 — 인덱스 블록이 동시 갱신 경합에 더 취약해서인가? (확인 권장)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31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굴림" pitchFamily="34" charset="0"/>
                <a:ea typeface="굴림" pitchFamily="34" charset="-122"/>
                <a:cs typeface="굴림" pitchFamily="34" charset="-120"/>
              </a:rPr>
              <a:t>오늘의 한 줄: 블록에 여유(pctfree)를 남기면 이사도 대기도 준다.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블록이 꽉 차면 생기는 일</dc:title>
  <dc:subject>PptxGenJS Presentation</dc:subject>
  <dc:creator>Oracle DBA Study</dc:creator>
  <cp:lastModifiedBy>Oracle DBA Study</cp:lastModifiedBy>
  <cp:revision>1</cp:revision>
  <dcterms:created xsi:type="dcterms:W3CDTF">2026-07-01T06:07:55Z</dcterms:created>
  <dcterms:modified xsi:type="dcterms:W3CDTF">2026-07-01T06:07:55Z</dcterms:modified>
</cp:coreProperties>
</file>