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75704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BE3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19c · buffer_cache_dbwr_checkpoint.html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학습 정리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468880"/>
            <a:ext cx="10506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버퍼 캐시 심화 DBWR · Checkpoint · 복구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41248" y="5486400"/>
            <a:ext cx="2926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5623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부트캠프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흐름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73736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55648" y="17556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— Part 3에서 가진 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55648" y="21488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위에 DBWR·Checkpoint를 얹는다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245364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A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55648" y="24719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DBWR — Database Writer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55648" y="286512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dirty buffer를 데이터파일에 기록하는 프로세스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16992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B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55648" y="318820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Checkpoint — 체크포인트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55648" y="358140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"여기까지는 디스크에 안전하다"는 도장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88620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C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55648" y="390448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복구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55648" y="429768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checkpoint·redo·undo가 만나는 곳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460248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D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55648" y="462076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버퍼 캐시 더 보기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755648" y="501396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숙제에서 한 발 더 — 알아두면 좋은 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531876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인출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55648" y="53370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백지 인출 체크리스트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755648" y="57302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덮고 종이에 직접 답해보기 — 막히면 거기가 약점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— Part 3에서 가진 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위에 DBWR·Checkpoint를 얹는다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— Part 3에서 가진 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737360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버퍼 캐시는 데이터파일 블록의 복사본을 담아 물리 I/O를 줄이는 SGA 영역. 핵심 흐름을 한 줄로: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자연스러운 질문 — "dirty buffer는 결국 누가, 언제 디스크에 쓰지?" 그 답이 DBWR와 Checkpoint다.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A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DBWR — Database Writer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dirty buffer를 데이터파일에 기록하는 프로세스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DBWR — Database Writer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737360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DBWn (DBW0…)은 LRUW의 dirty buffer를 데이터파일에 내려쓰는 백그라운드 프로세스다. 핵심 성격은 "게으르다(lazy)" — I/O를 줄이려고 가능한 한 늦게, 여러 블록을 모아서 쓴다. 단, 아래 트리거가 오면 즉시 일한다.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3054096"/>
            <a:ext cx="10506456" cy="2304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3054096"/>
            <a:ext cx="64008" cy="230428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3236976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다섯 중 하나라도 발생하면 DBWR가 dirty buffer를 묶어 디스크에 쓴다.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61288" y="3767328"/>
            <a:ext cx="99578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buffer 부족 (서버가 못 찾아 요청) · dirty buffer가 임계치 초과 · Checkpoint 발생 · 3초 timeout (주기적) · tablespace offline·read only·begin backup · DBWR 작동 · dirty → 데이터파일 (배치 기록)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A.1 왜 DBWR보다 LGWR가 먼저인가 — WAL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583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DBWR가 dirty block을 데이터파일에 쓰기 전에 , 그 변경의 redo는 이미 redo log file에 있어야 한다( Write Ahead Log ). 그래서 DBWR 작동 직전에 LGWR가 먼저 호출된다(Part 4.5의 LGWR 5트리거 중 "DBWR 작동 직전").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3383280"/>
            <a:ext cx="10506456" cy="17739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3383280"/>
            <a:ext cx="64008" cy="177393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566160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4096512"/>
            <a:ext cx="995781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먼저 · Redo Log Buffer · LGWR · Redo Log File · ② 그 다음 · Dirty Buffer · DBWR · Datafile · WAL — ①의 redo가 · 디스크에 가야 ②를 쓴다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A.1 왜 DBWR보다 LGWR가 먼저인가 — WAL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583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737360"/>
            <a:ext cx="10506456" cy="18653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737360"/>
            <a:ext cx="64008" cy="186537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1938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순서가 안전한가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61288" y="239572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만약 데이터파일(②)이 먼저 써지고 그 직후 장애가 나 redo(①)가 유실되면, 변경은 디스크에 있는데 그걸 되돌리거나 재현할 기록이 없어진다. redo를 항상 먼저 확보하면 "데이터파일은 늦게 써져도 redo로 복구 가능"이 보장된다. 그래서 LGWR는 부지런하고(commit마다) DBWR는 게을러도 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3785616"/>
            <a:ext cx="10506456" cy="159105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785616"/>
            <a:ext cx="64008" cy="159105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98678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대비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61288" y="4443984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LGWR : redo를 log file에. commit마다(부지런). DBWR : dirty block을 datafile에. 가능한 늦게·모아서(게으름). 둘의 순서를 묶는 규칙이 WAL.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B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Checkpoint — 체크포인트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"여기까지는 디스크에 안전하다"는 도장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B.1 왜 필요한가 — 복구 시간 때문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737360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후 복구는 " 마지막 checkpoint 이후의 redo만 " 재생하면 된다. 그 앞은 이미 디스크에 안전하니까. 그래서 checkpoint가 자주 = 복구가 빠름. 단 그만큼 DBWR가 자주 써서 평소 I/O 부담이 커진다 — 전형적인 트레이드오프 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B.2 종류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583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2066544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Incremental checkpoint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현대 기본 방식. CKPT가 checkpoint position을 조금씩 계속 전진시켜 dirty가 한꺼번에 쌓이지 않게 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Log switch checkpoint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redo 로그가 다음 그룹으로 스위치될 때 발생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 checkpoint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모든 dirty buffer 반영 (정상 shutdown, ALTER SYSTEM CHECKPOINT 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Object/Tablespace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특정 객체·테이블스페이스 단위 (drop, offline, begin backup 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B.2 종류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583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737360"/>
            <a:ext cx="10506456" cy="21396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737360"/>
            <a:ext cx="64008" cy="21396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1938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61288" y="2395728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 신경 쓸 건 Incremental 하나다. CKPT가 백그라운드에서 조금씩 전진시켜 dirty가 몰리지 않게 한다. 나머지 셋은 특정 사건(로그 스위치 · 정상 종료 · drop/offline)에서 자동으로 일어나는 것이라, "내가 조절하는 것"이 아니라 "이런 때 발생한다"로 알아두면 된다. 강도 조절 손잡이는 결국 fast_start_mttr_target 하나다.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B.3 관련 대기 — log file switch (checkpoint incomplete)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737360"/>
            <a:ext cx="66751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redo 로그는 그룹을 돌려쓴다. 다음 그룹으로 넘어가려는데, 그 그룹이 보호하던 dirty buffer의 checkpoint가 아직 안 끝났으면 덮어쓸 수 없어 대기한다 — log file switch (checkpoint incomplete) . 67일차 freelist 실습 때 이 대기가 찍혔던 이유가 이거다(대량 insert로 로그가 빨리 차서 checkpoint가 못 따라옴).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73568" y="1737360"/>
            <a:ext cx="3374136" cy="296265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73568" y="1737360"/>
            <a:ext cx="64008" cy="296265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93608" y="193852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93608" y="2395728"/>
            <a:ext cx="28254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redo 로그 그룹을 더 크게/더 많이, 또는 DBWR가 더 부지런히 쓰게(checkpoint 강도↑). 단 checkpoint를 너무 세게 하면 평소 I/O가 늘어 균형이 필요하다.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C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복구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checkpoint·redo·undo가 만나는 곳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복구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583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전원이 끊기는 등 비정상 종료가 나면, 메모리(버퍼 캐시·redo log buffer)의 내용이 날아간다. 재기동 시 오라클이 자동으로 두 단계 로 일관성을 복원한다.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2724912"/>
            <a:ext cx="10506456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724912"/>
            <a:ext cx="64008" cy="22860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907792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3438144"/>
            <a:ext cx="99578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redo / SCN → · 마지막 Checkpoint · Crash(장애) · ① Roll Forward — checkpoint~crash의 redo 재생 · (commit·uncommit 모두 메모리에 복원) · ② Roll Back — commit 안 된 것 undo로 되돌림 · 이 앞은 이미 · 디스크에 안전 · checkpoint가 최근일수록 ① 구간이 짧다 → 복구 빠름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복구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583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737360"/>
            <a:ext cx="10506456" cy="159105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737360"/>
            <a:ext cx="64008" cy="15910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1938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그림으로 묶기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61288" y="2395728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redo (앞으로 재생) + undo (뒤로 되돌림) + checkpoint (어디부터 재생할지의 시작점)가 인스턴스 복구에서 만난다. checkpoint가 복구의 출발선을 당겨주고, redo가 따라잡고, undo가 미완성 트랜잭션을 청소한다.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D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버퍼 캐시 더 보기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숙제에서 한 발 더 — 알아두면 좋은 것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D.1 다중 버퍼 풀 — DEFAULT / KEEP / RECYCLE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737360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캐시 안에서 모든 객체가 LRU를 공유하면, 한 번 쓰고 버릴 큰 테이블이 자주 쓰는 작은 테이블을 밀어낼 수 있다. 그래서 풀을 나눈다.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724912"/>
          <a:ext cx="10506456" cy="1682496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KEEP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항상 캐시에 두고 싶은 작고 자주 쓰는 객체 ( db_keep_cache_size 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RECYCLE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번 쓰고 버릴 크고 드물게 쓰는 객체 (빨리 내보냄)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DEFAULT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 일반 객체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41248" y="4590288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객체에 storage(buffer_pool keep) 로 지정. 여러 블록 크기를 쓰면 db_16k_cache_size 처럼 블록 크기별 캐시도 따로 둔다.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D.2 CR(Consistent Read) 블록 — 읽기 일관성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737360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SELECT하는 도중 남이 그 블록을 바꿔도, 나는 쿼리 시작 시점의 옛 모습 을 봐야 한다. 오라클은 현재 블록(current)에 undo를 적용해 옛 버전( CR copy )을 메모리에서 재구성한다. 그래서 한 블록이 캐시에 current 1개 + CR copy 여러 개 로 동시에 존재할 수 있다.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D.3 버퍼 캐시 히트율(BCHR)의 함정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737360"/>
            <a:ext cx="667512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히트율 = 논리 I/O 중 물리 I/O 없이 처리된 비율. 높다고 무조건 좋은 게 아니다 — 비효율 쿼리가 같은 블록을 캐시에서 수백만 번 읽으면(논리 I/O 폭주) 히트율은 99%여도 시스템은 느리다. 히트율보다 "논리 I/O 자체를 줄였는가" (불필요한 full scan·반복 읽기 제거)가 진짜 지표다.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73568" y="1737360"/>
            <a:ext cx="3374136" cy="241401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73568" y="1737360"/>
            <a:ext cx="64008" cy="24140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93608" y="193852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면접 한 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93608" y="2395728"/>
            <a:ext cx="28254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"버퍼 캐시 히트율이 높으면 좋은가?"에 "꼭 그렇지 않다. 논리 I/O가 과도하면 히트율이 높아도 비효율이다"라고 답하면 깊이를 보여준다.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인출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59536" y="3913632"/>
            <a:ext cx="146304" cy="1463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16052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백지 인출 체크리스트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덮고 종이에 직접 답해보기 — 막히면 거기가 약점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68680"/>
            <a:ext cx="128016" cy="12801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58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백지 인출 체크리스트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데이터 버퍼 캐시 심화 DBWR · Checkpoint · 복구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41248" y="1737360"/>
            <a:ext cx="10506456" cy="13167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1737360"/>
            <a:ext cx="64008" cy="13167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1938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1288" y="2395728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숙제로 낼 땐 이 10개에 직접 답을 적고, 위 다이어그램 중 하나(특히 인스턴스 복구 타임라인)를 손으로 다시 그려 첨부하면 "이해했다"가 잘 드러난다.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2743200"/>
            <a:ext cx="10506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93192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있으면 편하게 말씀해 주세요.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버퍼 캐시 심화 DBWR · Checkpoint · 복구</dc:title>
  <dc:subject>PptxGenJS Presentation</dc:subject>
  <dc:creator>Oracle DBA Study</dc:creator>
  <cp:lastModifiedBy>Oracle DBA Study</cp:lastModifiedBy>
  <cp:revision>1</cp:revision>
  <dcterms:created xsi:type="dcterms:W3CDTF">2026-07-01T01:39:20Z</dcterms:created>
  <dcterms:modified xsi:type="dcterms:W3CDTF">2026-07-01T01:39:20Z</dcterms:modified>
</cp:coreProperties>
</file>